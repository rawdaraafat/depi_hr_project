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2" r:id="rId1"/>
  </p:sldMasterIdLst>
  <p:notesMasterIdLst>
    <p:notesMasterId r:id="rId20"/>
  </p:notesMasterIdLst>
  <p:sldIdLst>
    <p:sldId id="256" r:id="rId2"/>
    <p:sldId id="257" r:id="rId3"/>
    <p:sldId id="258" r:id="rId4"/>
    <p:sldId id="262" r:id="rId5"/>
    <p:sldId id="263" r:id="rId6"/>
    <p:sldId id="259" r:id="rId7"/>
    <p:sldId id="260" r:id="rId8"/>
    <p:sldId id="261" r:id="rId9"/>
    <p:sldId id="267" r:id="rId10"/>
    <p:sldId id="264" r:id="rId11"/>
    <p:sldId id="294" r:id="rId12"/>
    <p:sldId id="270" r:id="rId13"/>
    <p:sldId id="271" r:id="rId14"/>
    <p:sldId id="272" r:id="rId15"/>
    <p:sldId id="273" r:id="rId16"/>
    <p:sldId id="274" r:id="rId17"/>
    <p:sldId id="306" r:id="rId18"/>
    <p:sldId id="321" r:id="rId19"/>
  </p:sldIdLst>
  <p:sldSz cx="9144000" cy="5143500" type="screen16x9"/>
  <p:notesSz cx="6858000" cy="9144000"/>
  <p:embeddedFontLst>
    <p:embeddedFont>
      <p:font typeface="Abadi" panose="020B0604020104020204" pitchFamily="34" charset="0"/>
      <p:regular r:id="rId21"/>
      <p:bold r:id="rId22"/>
    </p:embeddedFont>
    <p:embeddedFont>
      <p:font typeface="Abel" panose="02000506030000020004" pitchFamily="2" charset="0"/>
      <p:regular r:id="rId23"/>
    </p:embeddedFont>
    <p:embeddedFont>
      <p:font typeface="Aldrich" panose="020B0604020202020204" charset="0"/>
      <p:regular r:id="rId24"/>
    </p:embeddedFont>
    <p:embeddedFont>
      <p:font typeface="Bai Jamjuree" panose="020B0604020202020204" charset="-34"/>
      <p:regular r:id="rId25"/>
      <p:bold r:id="rId26"/>
      <p:italic r:id="rId27"/>
      <p:boldItalic r:id="rId28"/>
    </p:embeddedFont>
    <p:embeddedFont>
      <p:font typeface="Fira Sans" panose="020B0503050000020004" pitchFamily="34" charset="0"/>
      <p:regular r:id="rId29"/>
      <p:bold r:id="rId30"/>
      <p:italic r:id="rId31"/>
      <p:boldItalic r:id="rId32"/>
    </p:embeddedFont>
    <p:embeddedFont>
      <p:font typeface="Lato" panose="020F0502020204030203" pitchFamily="34" charset="0"/>
      <p:regular r:id="rId33"/>
      <p:bold r:id="rId34"/>
      <p:italic r:id="rId35"/>
      <p:boldItalic r:id="rId36"/>
    </p:embeddedFont>
    <p:embeddedFont>
      <p:font typeface="Merriweather" panose="00000500000000000000" pitchFamily="2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E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39AAC1-80CE-5475-8567-A8A3165026B7}" v="1" dt="2026-03-16T16:32:46.108"/>
    <p1510:client id="{4B694EF4-EFC7-435D-62E3-E10E2DDEA0EA}" v="20" dt="2026-03-16T16:08:35.399"/>
    <p1510:client id="{7E4BF4AC-012C-1A96-027F-EB09B7144B4E}" v="17" dt="2026-03-16T18:19:26.294"/>
    <p1510:client id="{F0CAD08B-0A7B-2B72-DAEF-C4BDDB8CC634}" v="17" dt="2026-03-16T18:25:47.217"/>
    <p1510:client id="{F126C729-7019-498E-9A05-F6BCE8D5E30F}" v="127" dt="2026-03-16T18:35:20.662"/>
    <p1510:client id="{F85AA91E-1D54-E973-7757-5A2D993592E3}" v="5" dt="2026-03-16T18:08:56.439"/>
  </p1510:revLst>
</p1510:revInfo>
</file>

<file path=ppt/tableStyles.xml><?xml version="1.0" encoding="utf-8"?>
<a:tblStyleLst xmlns:a="http://schemas.openxmlformats.org/drawingml/2006/main" def="{25B6D869-6EFF-4D19-A521-3EE09C8FB971}">
  <a:tblStyle styleId="{25B6D869-6EFF-4D19-A521-3EE09C8FB9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112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20" Type="http://schemas.openxmlformats.org/officeDocument/2006/relationships/notesMaster" Target="notesMasters/notesMaster1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8" name="Google Shape;258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9" name="Google Shape;258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Google Shape;2596;g127f379f983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7" name="Google Shape;2597;g127f379f983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9" name="Google Shape;2609;g127f379f983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0" name="Google Shape;2610;g127f379f983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8">
          <a:extLst>
            <a:ext uri="{FF2B5EF4-FFF2-40B4-BE49-F238E27FC236}">
              <a16:creationId xmlns:a16="http://schemas.microsoft.com/office/drawing/2014/main" id="{9E82D079-EC65-4C67-21CC-246E362D5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9" name="Google Shape;2609;g127f379f983_0_31:notes">
            <a:extLst>
              <a:ext uri="{FF2B5EF4-FFF2-40B4-BE49-F238E27FC236}">
                <a16:creationId xmlns:a16="http://schemas.microsoft.com/office/drawing/2014/main" id="{3D94BDCB-300F-0102-71B9-4127D77877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0" name="Google Shape;2610;g127f379f983_0_31:notes">
            <a:extLst>
              <a:ext uri="{FF2B5EF4-FFF2-40B4-BE49-F238E27FC236}">
                <a16:creationId xmlns:a16="http://schemas.microsoft.com/office/drawing/2014/main" id="{8E71FB59-EC3A-379B-4EEB-A111F16AE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8725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8">
          <a:extLst>
            <a:ext uri="{FF2B5EF4-FFF2-40B4-BE49-F238E27FC236}">
              <a16:creationId xmlns:a16="http://schemas.microsoft.com/office/drawing/2014/main" id="{9E82D079-EC65-4C67-21CC-246E362D5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9" name="Google Shape;2609;g127f379f983_0_31:notes">
            <a:extLst>
              <a:ext uri="{FF2B5EF4-FFF2-40B4-BE49-F238E27FC236}">
                <a16:creationId xmlns:a16="http://schemas.microsoft.com/office/drawing/2014/main" id="{3D94BDCB-300F-0102-71B9-4127D77877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0" name="Google Shape;2610;g127f379f983_0_31:notes">
            <a:extLst>
              <a:ext uri="{FF2B5EF4-FFF2-40B4-BE49-F238E27FC236}">
                <a16:creationId xmlns:a16="http://schemas.microsoft.com/office/drawing/2014/main" id="{8E71FB59-EC3A-379B-4EEB-A111F16AE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3678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8" name="Google Shape;2648;g13e9dbcaf0c_0_2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9" name="Google Shape;2649;g13e9dbcaf0c_0_2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3" name="Google Shape;2683;g127f379f98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4" name="Google Shape;2684;g127f379f98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2170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57470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2" name="Google Shape;4102;g13e437834e8_0_2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3" name="Google Shape;4103;g13e437834e8_0_2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9977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94033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19726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36965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13e9dbca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6" name="Google Shape;2696;g13e9dbca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9726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8" name="Google Shape;4638;g12948bcd1fb_0_22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9" name="Google Shape;4639;g12948bcd1fb_0_22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1" name="Google Shape;7361;g13e9dbcaf0c_0_6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2" name="Google Shape;7362;g13e9dbcaf0c_0_6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48375" y="1541473"/>
            <a:ext cx="6647100" cy="1695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000">
                <a:latin typeface="Aldrich"/>
                <a:ea typeface="Aldrich"/>
                <a:cs typeface="Aldrich"/>
                <a:sym typeface="Aldrich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48525" y="3290708"/>
            <a:ext cx="6647100" cy="37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700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67701" y="3755650"/>
            <a:ext cx="9353213" cy="26812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1864" y="3545270"/>
            <a:ext cx="289170" cy="284718"/>
            <a:chOff x="426000" y="3302025"/>
            <a:chExt cx="220875" cy="217475"/>
          </a:xfrm>
        </p:grpSpPr>
        <p:sp>
          <p:nvSpPr>
            <p:cNvPr id="14" name="Google Shape;14;p2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432750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" name="Google Shape;16;p2"/>
          <p:cNvGrpSpPr/>
          <p:nvPr/>
        </p:nvGrpSpPr>
        <p:grpSpPr>
          <a:xfrm>
            <a:off x="357713" y="905775"/>
            <a:ext cx="357454" cy="956304"/>
            <a:chOff x="357713" y="600975"/>
            <a:chExt cx="357454" cy="956304"/>
          </a:xfrm>
        </p:grpSpPr>
        <p:sp>
          <p:nvSpPr>
            <p:cNvPr id="17" name="Google Shape;17;p2"/>
            <p:cNvSpPr/>
            <p:nvPr/>
          </p:nvSpPr>
          <p:spPr>
            <a:xfrm>
              <a:off x="357713" y="600975"/>
              <a:ext cx="357454" cy="357454"/>
            </a:xfrm>
            <a:custGeom>
              <a:avLst/>
              <a:gdLst/>
              <a:ahLst/>
              <a:cxnLst/>
              <a:rect l="l" t="t" r="r" b="b"/>
              <a:pathLst>
                <a:path w="6539" h="6539" fill="none" extrusionOk="0">
                  <a:moveTo>
                    <a:pt x="3954" y="367"/>
                  </a:moveTo>
                  <a:cubicBezTo>
                    <a:pt x="5535" y="752"/>
                    <a:pt x="6538" y="2353"/>
                    <a:pt x="6152" y="3954"/>
                  </a:cubicBezTo>
                  <a:cubicBezTo>
                    <a:pt x="5767" y="5535"/>
                    <a:pt x="4166" y="6538"/>
                    <a:pt x="2584" y="6153"/>
                  </a:cubicBezTo>
                  <a:cubicBezTo>
                    <a:pt x="984" y="5767"/>
                    <a:pt x="0" y="4166"/>
                    <a:pt x="366" y="2585"/>
                  </a:cubicBezTo>
                  <a:cubicBezTo>
                    <a:pt x="752" y="984"/>
                    <a:pt x="2353" y="0"/>
                    <a:pt x="3954" y="3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74549" y="819196"/>
              <a:ext cx="324765" cy="324765"/>
            </a:xfrm>
            <a:custGeom>
              <a:avLst/>
              <a:gdLst/>
              <a:ahLst/>
              <a:cxnLst/>
              <a:rect l="l" t="t" r="r" b="b"/>
              <a:pathLst>
                <a:path w="5941" h="5941" fill="none" extrusionOk="0">
                  <a:moveTo>
                    <a:pt x="5941" y="2971"/>
                  </a:moveTo>
                  <a:cubicBezTo>
                    <a:pt x="5941" y="4610"/>
                    <a:pt x="4610" y="5941"/>
                    <a:pt x="2971" y="5941"/>
                  </a:cubicBezTo>
                  <a:cubicBezTo>
                    <a:pt x="1331" y="5941"/>
                    <a:pt x="1" y="4610"/>
                    <a:pt x="1" y="2971"/>
                  </a:cubicBezTo>
                  <a:cubicBezTo>
                    <a:pt x="1" y="1331"/>
                    <a:pt x="1331" y="1"/>
                    <a:pt x="2971" y="1"/>
                  </a:cubicBezTo>
                  <a:cubicBezTo>
                    <a:pt x="4610" y="1"/>
                    <a:pt x="5941" y="1331"/>
                    <a:pt x="5941" y="29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57713" y="997347"/>
              <a:ext cx="357454" cy="357509"/>
            </a:xfrm>
            <a:custGeom>
              <a:avLst/>
              <a:gdLst/>
              <a:ahLst/>
              <a:cxnLst/>
              <a:rect l="l" t="t" r="r" b="b"/>
              <a:pathLst>
                <a:path w="6539" h="6540" fill="none" extrusionOk="0">
                  <a:moveTo>
                    <a:pt x="3954" y="387"/>
                  </a:moveTo>
                  <a:cubicBezTo>
                    <a:pt x="5555" y="753"/>
                    <a:pt x="6538" y="2354"/>
                    <a:pt x="6152" y="3955"/>
                  </a:cubicBezTo>
                  <a:cubicBezTo>
                    <a:pt x="5767" y="5556"/>
                    <a:pt x="4166" y="6539"/>
                    <a:pt x="2584" y="6153"/>
                  </a:cubicBezTo>
                  <a:cubicBezTo>
                    <a:pt x="984" y="5787"/>
                    <a:pt x="0" y="4186"/>
                    <a:pt x="366" y="2585"/>
                  </a:cubicBezTo>
                  <a:cubicBezTo>
                    <a:pt x="752" y="985"/>
                    <a:pt x="2353" y="1"/>
                    <a:pt x="3954" y="38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358751" y="1200863"/>
              <a:ext cx="356416" cy="356416"/>
            </a:xfrm>
            <a:custGeom>
              <a:avLst/>
              <a:gdLst/>
              <a:ahLst/>
              <a:cxnLst/>
              <a:rect l="l" t="t" r="r" b="b"/>
              <a:pathLst>
                <a:path w="6520" h="6520" fill="none" extrusionOk="0">
                  <a:moveTo>
                    <a:pt x="5362" y="1158"/>
                  </a:moveTo>
                  <a:cubicBezTo>
                    <a:pt x="6519" y="2315"/>
                    <a:pt x="6519" y="4186"/>
                    <a:pt x="5362" y="5343"/>
                  </a:cubicBezTo>
                  <a:cubicBezTo>
                    <a:pt x="4186" y="6519"/>
                    <a:pt x="2315" y="6519"/>
                    <a:pt x="1157" y="5343"/>
                  </a:cubicBezTo>
                  <a:cubicBezTo>
                    <a:pt x="0" y="4186"/>
                    <a:pt x="0" y="2315"/>
                    <a:pt x="1157" y="1158"/>
                  </a:cubicBezTo>
                  <a:cubicBezTo>
                    <a:pt x="2315" y="0"/>
                    <a:pt x="4186" y="0"/>
                    <a:pt x="5362" y="11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>
            <a:off x="5258308" y="722871"/>
            <a:ext cx="793256" cy="182899"/>
            <a:chOff x="2685575" y="2835950"/>
            <a:chExt cx="433000" cy="99825"/>
          </a:xfrm>
        </p:grpSpPr>
        <p:sp>
          <p:nvSpPr>
            <p:cNvPr id="22" name="Google Shape;22;p2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1409864" y="-1010428"/>
            <a:ext cx="2019176" cy="2019176"/>
            <a:chOff x="1943325" y="-220375"/>
            <a:chExt cx="1298672" cy="1298672"/>
          </a:xfrm>
        </p:grpSpPr>
        <p:sp>
          <p:nvSpPr>
            <p:cNvPr id="27" name="Google Shape;27;p2"/>
            <p:cNvSpPr/>
            <p:nvPr/>
          </p:nvSpPr>
          <p:spPr>
            <a:xfrm>
              <a:off x="2582255" y="-220375"/>
              <a:ext cx="49" cy="460871"/>
            </a:xfrm>
            <a:custGeom>
              <a:avLst/>
              <a:gdLst/>
              <a:ahLst/>
              <a:cxnLst/>
              <a:rect l="l" t="t" r="r" b="b"/>
              <a:pathLst>
                <a:path w="1" h="9432" fill="none" extrusionOk="0">
                  <a:moveTo>
                    <a:pt x="0" y="0"/>
                  </a:moveTo>
                  <a:lnTo>
                    <a:pt x="0" y="943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414509" y="-195895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0" y="1"/>
                  </a:moveTo>
                  <a:lnTo>
                    <a:pt x="2431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2259027" y="-128024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0" y="0"/>
                  </a:moveTo>
                  <a:lnTo>
                    <a:pt x="4706" y="815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2126121" y="-22481"/>
              <a:ext cx="325180" cy="325180"/>
            </a:xfrm>
            <a:custGeom>
              <a:avLst/>
              <a:gdLst/>
              <a:ahLst/>
              <a:cxnLst/>
              <a:rect l="l" t="t" r="r" b="b"/>
              <a:pathLst>
                <a:path w="6655" h="6655" fill="none" extrusionOk="0">
                  <a:moveTo>
                    <a:pt x="1" y="0"/>
                  </a:moveTo>
                  <a:lnTo>
                    <a:pt x="6655" y="66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2025317" y="113211"/>
              <a:ext cx="398669" cy="230924"/>
            </a:xfrm>
            <a:custGeom>
              <a:avLst/>
              <a:gdLst/>
              <a:ahLst/>
              <a:cxnLst/>
              <a:rect l="l" t="t" r="r" b="b"/>
              <a:pathLst>
                <a:path w="8159" h="4726" fill="none" extrusionOk="0">
                  <a:moveTo>
                    <a:pt x="0" y="1"/>
                  </a:moveTo>
                  <a:lnTo>
                    <a:pt x="8158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1963114" y="270598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0" y="0"/>
                  </a:moveTo>
                  <a:lnTo>
                    <a:pt x="9103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1943325" y="439273"/>
              <a:ext cx="460871" cy="49"/>
            </a:xfrm>
            <a:custGeom>
              <a:avLst/>
              <a:gdLst/>
              <a:ahLst/>
              <a:cxnLst/>
              <a:rect l="l" t="t" r="r" b="b"/>
              <a:pathLst>
                <a:path w="9432" h="1" fill="none" extrusionOk="0">
                  <a:moveTo>
                    <a:pt x="0" y="1"/>
                  </a:moveTo>
                  <a:lnTo>
                    <a:pt x="9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1967805" y="487354"/>
              <a:ext cx="445821" cy="119713"/>
            </a:xfrm>
            <a:custGeom>
              <a:avLst/>
              <a:gdLst/>
              <a:ahLst/>
              <a:cxnLst/>
              <a:rect l="l" t="t" r="r" b="b"/>
              <a:pathLst>
                <a:path w="9124" h="2450" fill="none" extrusionOk="0">
                  <a:moveTo>
                    <a:pt x="1" y="2450"/>
                  </a:moveTo>
                  <a:lnTo>
                    <a:pt x="912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2035676" y="532600"/>
              <a:ext cx="398669" cy="229996"/>
            </a:xfrm>
            <a:custGeom>
              <a:avLst/>
              <a:gdLst/>
              <a:ahLst/>
              <a:cxnLst/>
              <a:rect l="l" t="t" r="r" b="b"/>
              <a:pathLst>
                <a:path w="8159" h="4707" fill="none" extrusionOk="0">
                  <a:moveTo>
                    <a:pt x="0" y="4706"/>
                  </a:moveTo>
                  <a:lnTo>
                    <a:pt x="815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2141219" y="569345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0" y="6674"/>
                  </a:moveTo>
                  <a:lnTo>
                    <a:pt x="667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2277840" y="597588"/>
              <a:ext cx="229996" cy="398718"/>
            </a:xfrm>
            <a:custGeom>
              <a:avLst/>
              <a:gdLst/>
              <a:ahLst/>
              <a:cxnLst/>
              <a:rect l="l" t="t" r="r" b="b"/>
              <a:pathLst>
                <a:path w="4707" h="8160" fill="none" extrusionOk="0">
                  <a:moveTo>
                    <a:pt x="1" y="8159"/>
                  </a:moveTo>
                  <a:lnTo>
                    <a:pt x="470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2435227" y="613615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1" y="9104"/>
                  </a:moveTo>
                  <a:lnTo>
                    <a:pt x="2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2602973" y="617377"/>
              <a:ext cx="49" cy="460920"/>
            </a:xfrm>
            <a:custGeom>
              <a:avLst/>
              <a:gdLst/>
              <a:ahLst/>
              <a:cxnLst/>
              <a:rect l="l" t="t" r="r" b="b"/>
              <a:pathLst>
                <a:path w="1" h="9433" fill="none" extrusionOk="0">
                  <a:moveTo>
                    <a:pt x="1" y="9432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2651982" y="607996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2431" y="91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2696300" y="586301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4706" y="8159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2733974" y="554247"/>
              <a:ext cx="325180" cy="326108"/>
            </a:xfrm>
            <a:custGeom>
              <a:avLst/>
              <a:gdLst/>
              <a:ahLst/>
              <a:cxnLst/>
              <a:rect l="l" t="t" r="r" b="b"/>
              <a:pathLst>
                <a:path w="6655" h="6674" fill="none" extrusionOk="0">
                  <a:moveTo>
                    <a:pt x="6655" y="66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2761288" y="513739"/>
              <a:ext cx="398718" cy="229996"/>
            </a:xfrm>
            <a:custGeom>
              <a:avLst/>
              <a:gdLst/>
              <a:ahLst/>
              <a:cxnLst/>
              <a:rect l="l" t="t" r="r" b="b"/>
              <a:pathLst>
                <a:path w="8160" h="4707" fill="none" extrusionOk="0">
                  <a:moveTo>
                    <a:pt x="8159" y="4706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2777315" y="466636"/>
              <a:ext cx="444893" cy="119713"/>
            </a:xfrm>
            <a:custGeom>
              <a:avLst/>
              <a:gdLst/>
              <a:ahLst/>
              <a:cxnLst/>
              <a:rect l="l" t="t" r="r" b="b"/>
              <a:pathLst>
                <a:path w="9105" h="2450" fill="none" extrusionOk="0">
                  <a:moveTo>
                    <a:pt x="9104" y="2449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2781077" y="417626"/>
              <a:ext cx="460920" cy="49"/>
            </a:xfrm>
            <a:custGeom>
              <a:avLst/>
              <a:gdLst/>
              <a:ahLst/>
              <a:cxnLst/>
              <a:rect l="l" t="t" r="r" b="b"/>
              <a:pathLst>
                <a:path w="9433" h="1" fill="none" extrusionOk="0">
                  <a:moveTo>
                    <a:pt x="9432" y="0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2771696" y="249880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9103" y="0"/>
                  </a:moveTo>
                  <a:lnTo>
                    <a:pt x="0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2750929" y="94350"/>
              <a:ext cx="398718" cy="230973"/>
            </a:xfrm>
            <a:custGeom>
              <a:avLst/>
              <a:gdLst/>
              <a:ahLst/>
              <a:cxnLst/>
              <a:rect l="l" t="t" r="r" b="b"/>
              <a:pathLst>
                <a:path w="8160" h="4727" fill="none" extrusionOk="0">
                  <a:moveTo>
                    <a:pt x="8159" y="1"/>
                  </a:moveTo>
                  <a:lnTo>
                    <a:pt x="1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2717947" y="-38508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6674" y="0"/>
                  </a:moveTo>
                  <a:lnTo>
                    <a:pt x="1" y="667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2677439" y="-139361"/>
              <a:ext cx="229996" cy="399646"/>
            </a:xfrm>
            <a:custGeom>
              <a:avLst/>
              <a:gdLst/>
              <a:ahLst/>
              <a:cxnLst/>
              <a:rect l="l" t="t" r="r" b="b"/>
              <a:pathLst>
                <a:path w="4707" h="8179" fill="none" extrusionOk="0">
                  <a:moveTo>
                    <a:pt x="4706" y="1"/>
                  </a:moveTo>
                  <a:lnTo>
                    <a:pt x="0" y="817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2631264" y="-201563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2430" y="1"/>
                  </a:moveTo>
                  <a:lnTo>
                    <a:pt x="0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2607712" y="-215684"/>
              <a:ext cx="62251" cy="456180"/>
            </a:xfrm>
            <a:custGeom>
              <a:avLst/>
              <a:gdLst/>
              <a:ahLst/>
              <a:cxnLst/>
              <a:rect l="l" t="t" r="r" b="b"/>
              <a:pathLst>
                <a:path w="1274" h="9336" fill="none" extrusionOk="0">
                  <a:moveTo>
                    <a:pt x="1273" y="0"/>
                  </a:moveTo>
                  <a:lnTo>
                    <a:pt x="0" y="933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2500263" y="-213779"/>
              <a:ext cx="57511" cy="457109"/>
            </a:xfrm>
            <a:custGeom>
              <a:avLst/>
              <a:gdLst/>
              <a:ahLst/>
              <a:cxnLst/>
              <a:rect l="l" t="t" r="r" b="b"/>
              <a:pathLst>
                <a:path w="1177" h="9355" fill="none" extrusionOk="0">
                  <a:moveTo>
                    <a:pt x="1" y="0"/>
                  </a:moveTo>
                  <a:lnTo>
                    <a:pt x="1177" y="93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2337208" y="-168580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1" y="1"/>
                  </a:moveTo>
                  <a:lnTo>
                    <a:pt x="3569" y="873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2191157" y="-8184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0" y="0"/>
                  </a:moveTo>
                  <a:lnTo>
                    <a:pt x="5709" y="750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2072420" y="39722"/>
              <a:ext cx="364759" cy="281790"/>
            </a:xfrm>
            <a:custGeom>
              <a:avLst/>
              <a:gdLst/>
              <a:ahLst/>
              <a:cxnLst/>
              <a:rect l="l" t="t" r="r" b="b"/>
              <a:pathLst>
                <a:path w="7465" h="5767" fill="none" extrusionOk="0">
                  <a:moveTo>
                    <a:pt x="0" y="0"/>
                  </a:moveTo>
                  <a:lnTo>
                    <a:pt x="7464" y="5767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989500" y="187678"/>
              <a:ext cx="425055" cy="178153"/>
            </a:xfrm>
            <a:custGeom>
              <a:avLst/>
              <a:gdLst/>
              <a:ahLst/>
              <a:cxnLst/>
              <a:rect l="l" t="t" r="r" b="b"/>
              <a:pathLst>
                <a:path w="8699" h="3646" fill="none" extrusionOk="0">
                  <a:moveTo>
                    <a:pt x="0" y="0"/>
                  </a:moveTo>
                  <a:lnTo>
                    <a:pt x="8698" y="364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948016" y="351662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1" y="0"/>
                  </a:moveTo>
                  <a:lnTo>
                    <a:pt x="9335" y="127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1949921" y="462824"/>
              <a:ext cx="457109" cy="58488"/>
            </a:xfrm>
            <a:custGeom>
              <a:avLst/>
              <a:gdLst/>
              <a:ahLst/>
              <a:cxnLst/>
              <a:rect l="l" t="t" r="r" b="b"/>
              <a:pathLst>
                <a:path w="9355" h="1197" fill="none" extrusionOk="0">
                  <a:moveTo>
                    <a:pt x="0" y="1197"/>
                  </a:moveTo>
                  <a:lnTo>
                    <a:pt x="9354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996097" y="509977"/>
              <a:ext cx="425983" cy="174390"/>
            </a:xfrm>
            <a:custGeom>
              <a:avLst/>
              <a:gdLst/>
              <a:ahLst/>
              <a:cxnLst/>
              <a:rect l="l" t="t" r="r" b="b"/>
              <a:pathLst>
                <a:path w="8718" h="3569" fill="none" extrusionOk="0">
                  <a:moveTo>
                    <a:pt x="0" y="3568"/>
                  </a:moveTo>
                  <a:lnTo>
                    <a:pt x="871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2081851" y="551413"/>
              <a:ext cx="367593" cy="279005"/>
            </a:xfrm>
            <a:custGeom>
              <a:avLst/>
              <a:gdLst/>
              <a:ahLst/>
              <a:cxnLst/>
              <a:rect l="l" t="t" r="r" b="b"/>
              <a:pathLst>
                <a:path w="7523" h="5710" fill="none" extrusionOk="0">
                  <a:moveTo>
                    <a:pt x="0" y="5710"/>
                  </a:moveTo>
                  <a:lnTo>
                    <a:pt x="7522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2203422" y="584395"/>
              <a:ext cx="281790" cy="363830"/>
            </a:xfrm>
            <a:custGeom>
              <a:avLst/>
              <a:gdLst/>
              <a:ahLst/>
              <a:cxnLst/>
              <a:rect l="l" t="t" r="r" b="b"/>
              <a:pathLst>
                <a:path w="5767" h="7446" fill="none" extrusionOk="0">
                  <a:moveTo>
                    <a:pt x="0" y="7446"/>
                  </a:moveTo>
                  <a:lnTo>
                    <a:pt x="576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2351378" y="607018"/>
              <a:ext cx="178153" cy="424126"/>
            </a:xfrm>
            <a:custGeom>
              <a:avLst/>
              <a:gdLst/>
              <a:ahLst/>
              <a:cxnLst/>
              <a:rect l="l" t="t" r="r" b="b"/>
              <a:pathLst>
                <a:path w="3646" h="8680" fill="none" extrusionOk="0">
                  <a:moveTo>
                    <a:pt x="0" y="8680"/>
                  </a:moveTo>
                  <a:lnTo>
                    <a:pt x="3645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2515362" y="616449"/>
              <a:ext cx="62251" cy="457109"/>
            </a:xfrm>
            <a:custGeom>
              <a:avLst/>
              <a:gdLst/>
              <a:ahLst/>
              <a:cxnLst/>
              <a:rect l="l" t="t" r="r" b="b"/>
              <a:pathLst>
                <a:path w="1274" h="9355" fill="none" extrusionOk="0">
                  <a:moveTo>
                    <a:pt x="0" y="9355"/>
                  </a:moveTo>
                  <a:lnTo>
                    <a:pt x="1273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2626524" y="614592"/>
              <a:ext cx="58488" cy="457109"/>
            </a:xfrm>
            <a:custGeom>
              <a:avLst/>
              <a:gdLst/>
              <a:ahLst/>
              <a:cxnLst/>
              <a:rect l="l" t="t" r="r" b="b"/>
              <a:pathLst>
                <a:path w="1197" h="9355" fill="none" extrusionOk="0">
                  <a:moveTo>
                    <a:pt x="1197" y="9354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2673677" y="598565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3568" y="8737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2715113" y="57217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5710" y="75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2748095" y="535386"/>
              <a:ext cx="364759" cy="281839"/>
            </a:xfrm>
            <a:custGeom>
              <a:avLst/>
              <a:gdLst/>
              <a:ahLst/>
              <a:cxnLst/>
              <a:rect l="l" t="t" r="r" b="b"/>
              <a:pathLst>
                <a:path w="7465" h="5768" fill="none" extrusionOk="0">
                  <a:moveTo>
                    <a:pt x="7465" y="5768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2770718" y="491116"/>
              <a:ext cx="424126" cy="179081"/>
            </a:xfrm>
            <a:custGeom>
              <a:avLst/>
              <a:gdLst/>
              <a:ahLst/>
              <a:cxnLst/>
              <a:rect l="l" t="t" r="r" b="b"/>
              <a:pathLst>
                <a:path w="8680" h="3665" fill="none" extrusionOk="0">
                  <a:moveTo>
                    <a:pt x="8680" y="3665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2781077" y="443035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9336" y="12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2778292" y="335635"/>
              <a:ext cx="457109" cy="58440"/>
            </a:xfrm>
            <a:custGeom>
              <a:avLst/>
              <a:gdLst/>
              <a:ahLst/>
              <a:cxnLst/>
              <a:rect l="l" t="t" r="r" b="b"/>
              <a:pathLst>
                <a:path w="9355" h="1196" fill="none" extrusionOk="0">
                  <a:moveTo>
                    <a:pt x="9354" y="0"/>
                  </a:moveTo>
                  <a:lnTo>
                    <a:pt x="0" y="119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2763194" y="172579"/>
              <a:ext cx="426032" cy="174390"/>
            </a:xfrm>
            <a:custGeom>
              <a:avLst/>
              <a:gdLst/>
              <a:ahLst/>
              <a:cxnLst/>
              <a:rect l="l" t="t" r="r" b="b"/>
              <a:pathLst>
                <a:path w="8719" h="3569" fill="none" extrusionOk="0">
                  <a:moveTo>
                    <a:pt x="8718" y="1"/>
                  </a:moveTo>
                  <a:lnTo>
                    <a:pt x="1" y="3569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2735879" y="27457"/>
              <a:ext cx="366615" cy="278076"/>
            </a:xfrm>
            <a:custGeom>
              <a:avLst/>
              <a:gdLst/>
              <a:ahLst/>
              <a:cxnLst/>
              <a:rect l="l" t="t" r="r" b="b"/>
              <a:pathLst>
                <a:path w="7503" h="5691" fill="none" extrusionOk="0">
                  <a:moveTo>
                    <a:pt x="7503" y="0"/>
                  </a:moveTo>
                  <a:lnTo>
                    <a:pt x="0" y="569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2699135" y="-91280"/>
              <a:ext cx="282767" cy="364759"/>
            </a:xfrm>
            <a:custGeom>
              <a:avLst/>
              <a:gdLst/>
              <a:ahLst/>
              <a:cxnLst/>
              <a:rect l="l" t="t" r="r" b="b"/>
              <a:pathLst>
                <a:path w="5787" h="7465" fill="none" extrusionOk="0">
                  <a:moveTo>
                    <a:pt x="5786" y="0"/>
                  </a:moveTo>
                  <a:lnTo>
                    <a:pt x="0" y="746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2655744" y="-174200"/>
              <a:ext cx="178153" cy="425055"/>
            </a:xfrm>
            <a:custGeom>
              <a:avLst/>
              <a:gdLst/>
              <a:ahLst/>
              <a:cxnLst/>
              <a:rect l="l" t="t" r="r" b="b"/>
              <a:pathLst>
                <a:path w="3646" h="8699" fill="none" extrusionOk="0">
                  <a:moveTo>
                    <a:pt x="3646" y="0"/>
                  </a:moveTo>
                  <a:lnTo>
                    <a:pt x="1" y="869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" name="Google Shape;75;p2"/>
          <p:cNvGrpSpPr/>
          <p:nvPr/>
        </p:nvGrpSpPr>
        <p:grpSpPr>
          <a:xfrm>
            <a:off x="8366565" y="3429220"/>
            <a:ext cx="1965289" cy="517060"/>
            <a:chOff x="3539975" y="3523525"/>
            <a:chExt cx="745925" cy="196250"/>
          </a:xfrm>
        </p:grpSpPr>
        <p:sp>
          <p:nvSpPr>
            <p:cNvPr id="76" name="Google Shape;76;p2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" name="Google Shape;92;p2"/>
          <p:cNvSpPr/>
          <p:nvPr/>
        </p:nvSpPr>
        <p:spPr>
          <a:xfrm>
            <a:off x="7796285" y="2758125"/>
            <a:ext cx="825452" cy="1673688"/>
          </a:xfrm>
          <a:custGeom>
            <a:avLst/>
            <a:gdLst/>
            <a:ahLst/>
            <a:cxnLst/>
            <a:rect l="l" t="t" r="r" b="b"/>
            <a:pathLst>
              <a:path w="16883" h="34232" fill="none" extrusionOk="0">
                <a:moveTo>
                  <a:pt x="16882" y="34232"/>
                </a:moveTo>
                <a:cubicBezTo>
                  <a:pt x="7517" y="34109"/>
                  <a:pt x="1" y="26494"/>
                  <a:pt x="1" y="17129"/>
                </a:cubicBezTo>
                <a:cubicBezTo>
                  <a:pt x="1" y="7764"/>
                  <a:pt x="7517" y="124"/>
                  <a:pt x="16882" y="1"/>
                </a:cubicBezTo>
              </a:path>
            </a:pathLst>
          </a:custGeom>
          <a:noFill/>
          <a:ln w="85025" cap="flat" cmpd="sng">
            <a:solidFill>
              <a:schemeClr val="lt1"/>
            </a:solidFill>
            <a:prstDash val="solid"/>
            <a:miter lim="24644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3" name="Google Shape;93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4689" y="-802375"/>
            <a:ext cx="2527512" cy="268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6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 rot="10800000" flipH="1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"/>
          <p:cNvSpPr txBox="1">
            <a:spLocks noGrp="1"/>
          </p:cNvSpPr>
          <p:nvPr>
            <p:ph type="title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>
                <a:latin typeface="Aldrich"/>
                <a:ea typeface="Aldrich"/>
                <a:cs typeface="Aldrich"/>
                <a:sym typeface="Aldrich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267" name="Google Shape;267;p6"/>
          <p:cNvGrpSpPr/>
          <p:nvPr/>
        </p:nvGrpSpPr>
        <p:grpSpPr>
          <a:xfrm flipH="1">
            <a:off x="-99423" y="4189150"/>
            <a:ext cx="1039906" cy="679800"/>
            <a:chOff x="4082325" y="3790650"/>
            <a:chExt cx="1039906" cy="679800"/>
          </a:xfrm>
        </p:grpSpPr>
        <p:sp>
          <p:nvSpPr>
            <p:cNvPr id="268" name="Google Shape;268;p6"/>
            <p:cNvSpPr/>
            <p:nvPr/>
          </p:nvSpPr>
          <p:spPr>
            <a:xfrm>
              <a:off x="4082325" y="3790650"/>
              <a:ext cx="1039906" cy="94858"/>
            </a:xfrm>
            <a:custGeom>
              <a:avLst/>
              <a:gdLst/>
              <a:ahLst/>
              <a:cxnLst/>
              <a:rect l="l" t="t" r="r" b="b"/>
              <a:pathLst>
                <a:path w="15874" h="1448" fill="none" extrusionOk="0">
                  <a:moveTo>
                    <a:pt x="1" y="1"/>
                  </a:moveTo>
                  <a:cubicBezTo>
                    <a:pt x="1138" y="1"/>
                    <a:pt x="1138" y="1447"/>
                    <a:pt x="2276" y="1447"/>
                  </a:cubicBezTo>
                  <a:cubicBezTo>
                    <a:pt x="3395" y="1447"/>
                    <a:pt x="3395" y="1"/>
                    <a:pt x="4533" y="1"/>
                  </a:cubicBezTo>
                  <a:cubicBezTo>
                    <a:pt x="5671" y="1"/>
                    <a:pt x="5671" y="1447"/>
                    <a:pt x="6809" y="1447"/>
                  </a:cubicBezTo>
                  <a:cubicBezTo>
                    <a:pt x="7947" y="1447"/>
                    <a:pt x="7947" y="1"/>
                    <a:pt x="9065" y="1"/>
                  </a:cubicBezTo>
                  <a:cubicBezTo>
                    <a:pt x="10203" y="1"/>
                    <a:pt x="10203" y="1447"/>
                    <a:pt x="11341" y="1447"/>
                  </a:cubicBezTo>
                  <a:cubicBezTo>
                    <a:pt x="12479" y="1447"/>
                    <a:pt x="12479" y="1"/>
                    <a:pt x="13617" y="1"/>
                  </a:cubicBezTo>
                  <a:cubicBezTo>
                    <a:pt x="14736" y="1"/>
                    <a:pt x="14736" y="1447"/>
                    <a:pt x="15873" y="1447"/>
                  </a:cubicBezTo>
                </a:path>
              </a:pathLst>
            </a:custGeom>
            <a:solidFill>
              <a:schemeClr val="lt1"/>
            </a:solidFill>
            <a:ln w="12050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6"/>
            <p:cNvSpPr/>
            <p:nvPr/>
          </p:nvSpPr>
          <p:spPr>
            <a:xfrm>
              <a:off x="4082325" y="4083808"/>
              <a:ext cx="1039906" cy="94793"/>
            </a:xfrm>
            <a:custGeom>
              <a:avLst/>
              <a:gdLst/>
              <a:ahLst/>
              <a:cxnLst/>
              <a:rect l="l" t="t" r="r" b="b"/>
              <a:pathLst>
                <a:path w="15874" h="1447" fill="none" extrusionOk="0">
                  <a:moveTo>
                    <a:pt x="1" y="0"/>
                  </a:moveTo>
                  <a:cubicBezTo>
                    <a:pt x="1138" y="0"/>
                    <a:pt x="1138" y="1447"/>
                    <a:pt x="2276" y="1447"/>
                  </a:cubicBezTo>
                  <a:cubicBezTo>
                    <a:pt x="3395" y="1447"/>
                    <a:pt x="3395" y="0"/>
                    <a:pt x="4533" y="0"/>
                  </a:cubicBezTo>
                  <a:cubicBezTo>
                    <a:pt x="5671" y="0"/>
                    <a:pt x="5671" y="1447"/>
                    <a:pt x="6809" y="1447"/>
                  </a:cubicBezTo>
                  <a:cubicBezTo>
                    <a:pt x="7947" y="1447"/>
                    <a:pt x="7947" y="0"/>
                    <a:pt x="9065" y="0"/>
                  </a:cubicBezTo>
                  <a:cubicBezTo>
                    <a:pt x="10203" y="0"/>
                    <a:pt x="10203" y="1447"/>
                    <a:pt x="11341" y="1447"/>
                  </a:cubicBezTo>
                  <a:cubicBezTo>
                    <a:pt x="12479" y="1447"/>
                    <a:pt x="12479" y="0"/>
                    <a:pt x="13617" y="0"/>
                  </a:cubicBezTo>
                  <a:cubicBezTo>
                    <a:pt x="14736" y="0"/>
                    <a:pt x="14736" y="1447"/>
                    <a:pt x="15873" y="1447"/>
                  </a:cubicBezTo>
                </a:path>
              </a:pathLst>
            </a:custGeom>
            <a:solidFill>
              <a:schemeClr val="lt1"/>
            </a:solidFill>
            <a:ln w="12050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6"/>
            <p:cNvSpPr/>
            <p:nvPr/>
          </p:nvSpPr>
          <p:spPr>
            <a:xfrm>
              <a:off x="4082325" y="4375657"/>
              <a:ext cx="1039906" cy="94793"/>
            </a:xfrm>
            <a:custGeom>
              <a:avLst/>
              <a:gdLst/>
              <a:ahLst/>
              <a:cxnLst/>
              <a:rect l="l" t="t" r="r" b="b"/>
              <a:pathLst>
                <a:path w="15874" h="1447" fill="none" extrusionOk="0">
                  <a:moveTo>
                    <a:pt x="1" y="0"/>
                  </a:moveTo>
                  <a:cubicBezTo>
                    <a:pt x="1138" y="0"/>
                    <a:pt x="1138" y="1447"/>
                    <a:pt x="2276" y="1447"/>
                  </a:cubicBezTo>
                  <a:cubicBezTo>
                    <a:pt x="3395" y="1447"/>
                    <a:pt x="3395" y="0"/>
                    <a:pt x="4533" y="0"/>
                  </a:cubicBezTo>
                  <a:cubicBezTo>
                    <a:pt x="5671" y="0"/>
                    <a:pt x="5671" y="1447"/>
                    <a:pt x="6809" y="1447"/>
                  </a:cubicBezTo>
                  <a:cubicBezTo>
                    <a:pt x="7947" y="1447"/>
                    <a:pt x="7947" y="0"/>
                    <a:pt x="9065" y="0"/>
                  </a:cubicBezTo>
                  <a:cubicBezTo>
                    <a:pt x="10203" y="0"/>
                    <a:pt x="10203" y="1447"/>
                    <a:pt x="11341" y="1447"/>
                  </a:cubicBezTo>
                  <a:cubicBezTo>
                    <a:pt x="12479" y="1447"/>
                    <a:pt x="12479" y="0"/>
                    <a:pt x="13617" y="0"/>
                  </a:cubicBezTo>
                  <a:cubicBezTo>
                    <a:pt x="14736" y="0"/>
                    <a:pt x="14736" y="1447"/>
                    <a:pt x="15873" y="1447"/>
                  </a:cubicBezTo>
                </a:path>
              </a:pathLst>
            </a:custGeom>
            <a:solidFill>
              <a:schemeClr val="lt1"/>
            </a:solidFill>
            <a:ln w="12050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" name="Google Shape;271;p6"/>
          <p:cNvGrpSpPr/>
          <p:nvPr/>
        </p:nvGrpSpPr>
        <p:grpSpPr>
          <a:xfrm rot="5400000">
            <a:off x="8405096" y="2480296"/>
            <a:ext cx="793256" cy="182899"/>
            <a:chOff x="2685575" y="2835950"/>
            <a:chExt cx="433000" cy="99825"/>
          </a:xfrm>
        </p:grpSpPr>
        <p:sp>
          <p:nvSpPr>
            <p:cNvPr id="272" name="Google Shape;272;p6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6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6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6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6"/>
          <p:cNvGrpSpPr/>
          <p:nvPr/>
        </p:nvGrpSpPr>
        <p:grpSpPr>
          <a:xfrm flipH="1">
            <a:off x="8194575" y="4265345"/>
            <a:ext cx="1965289" cy="517060"/>
            <a:chOff x="3539975" y="3523525"/>
            <a:chExt cx="745925" cy="196250"/>
          </a:xfrm>
        </p:grpSpPr>
        <p:sp>
          <p:nvSpPr>
            <p:cNvPr id="277" name="Google Shape;277;p6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6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6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6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6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6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6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6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6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6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6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6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6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6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6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6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13"/>
          <p:cNvPicPr preferRelativeResize="0"/>
          <p:nvPr/>
        </p:nvPicPr>
        <p:blipFill rotWithShape="1">
          <a:blip r:embed="rId2">
            <a:alphaModFix amt="60000"/>
          </a:blip>
          <a:srcRect l="40" r="30"/>
          <a:stretch/>
        </p:blipFill>
        <p:spPr>
          <a:xfrm rot="10800000" flipH="1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13"/>
          <p:cNvSpPr txBox="1">
            <a:spLocks noGrp="1"/>
          </p:cNvSpPr>
          <p:nvPr>
            <p:ph type="title" hasCustomPrompt="1"/>
          </p:nvPr>
        </p:nvSpPr>
        <p:spPr>
          <a:xfrm>
            <a:off x="817925" y="1535078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558" name="Google Shape;558;p13"/>
          <p:cNvSpPr txBox="1">
            <a:spLocks noGrp="1"/>
          </p:cNvSpPr>
          <p:nvPr>
            <p:ph type="subTitle" idx="1"/>
          </p:nvPr>
        </p:nvSpPr>
        <p:spPr>
          <a:xfrm>
            <a:off x="1639675" y="1483450"/>
            <a:ext cx="28872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9" name="Google Shape;559;p13"/>
          <p:cNvSpPr txBox="1">
            <a:spLocks noGrp="1"/>
          </p:cNvSpPr>
          <p:nvPr>
            <p:ph type="subTitle" idx="2"/>
          </p:nvPr>
        </p:nvSpPr>
        <p:spPr>
          <a:xfrm>
            <a:off x="1639675" y="1838040"/>
            <a:ext cx="23493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0" name="Google Shape;560;p13"/>
          <p:cNvSpPr txBox="1">
            <a:spLocks noGrp="1"/>
          </p:cNvSpPr>
          <p:nvPr>
            <p:ph type="title" idx="3" hasCustomPrompt="1"/>
          </p:nvPr>
        </p:nvSpPr>
        <p:spPr>
          <a:xfrm>
            <a:off x="817925" y="2547299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561" name="Google Shape;561;p13"/>
          <p:cNvSpPr txBox="1">
            <a:spLocks noGrp="1"/>
          </p:cNvSpPr>
          <p:nvPr>
            <p:ph type="subTitle" idx="4"/>
          </p:nvPr>
        </p:nvSpPr>
        <p:spPr>
          <a:xfrm>
            <a:off x="1639675" y="2497425"/>
            <a:ext cx="28872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2" name="Google Shape;562;p13"/>
          <p:cNvSpPr txBox="1">
            <a:spLocks noGrp="1"/>
          </p:cNvSpPr>
          <p:nvPr>
            <p:ph type="subTitle" idx="5"/>
          </p:nvPr>
        </p:nvSpPr>
        <p:spPr>
          <a:xfrm>
            <a:off x="1639675" y="2852015"/>
            <a:ext cx="23493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3" name="Google Shape;563;p13"/>
          <p:cNvSpPr txBox="1">
            <a:spLocks noGrp="1"/>
          </p:cNvSpPr>
          <p:nvPr>
            <p:ph type="title" idx="6" hasCustomPrompt="1"/>
          </p:nvPr>
        </p:nvSpPr>
        <p:spPr>
          <a:xfrm>
            <a:off x="817925" y="3559519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564" name="Google Shape;564;p13"/>
          <p:cNvSpPr txBox="1">
            <a:spLocks noGrp="1"/>
          </p:cNvSpPr>
          <p:nvPr>
            <p:ph type="subTitle" idx="7"/>
          </p:nvPr>
        </p:nvSpPr>
        <p:spPr>
          <a:xfrm>
            <a:off x="1639675" y="3511400"/>
            <a:ext cx="28872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5" name="Google Shape;565;p13"/>
          <p:cNvSpPr txBox="1">
            <a:spLocks noGrp="1"/>
          </p:cNvSpPr>
          <p:nvPr>
            <p:ph type="subTitle" idx="8"/>
          </p:nvPr>
        </p:nvSpPr>
        <p:spPr>
          <a:xfrm>
            <a:off x="1639675" y="3865990"/>
            <a:ext cx="23493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6" name="Google Shape;566;p13"/>
          <p:cNvSpPr txBox="1">
            <a:spLocks noGrp="1"/>
          </p:cNvSpPr>
          <p:nvPr>
            <p:ph type="title" idx="9" hasCustomPrompt="1"/>
          </p:nvPr>
        </p:nvSpPr>
        <p:spPr>
          <a:xfrm>
            <a:off x="4707713" y="1535078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567" name="Google Shape;567;p13"/>
          <p:cNvSpPr txBox="1">
            <a:spLocks noGrp="1"/>
          </p:cNvSpPr>
          <p:nvPr>
            <p:ph type="subTitle" idx="13"/>
          </p:nvPr>
        </p:nvSpPr>
        <p:spPr>
          <a:xfrm>
            <a:off x="5529413" y="1483450"/>
            <a:ext cx="28872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13"/>
          <p:cNvSpPr txBox="1">
            <a:spLocks noGrp="1"/>
          </p:cNvSpPr>
          <p:nvPr>
            <p:ph type="subTitle" idx="14"/>
          </p:nvPr>
        </p:nvSpPr>
        <p:spPr>
          <a:xfrm>
            <a:off x="5529413" y="1838040"/>
            <a:ext cx="23493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13"/>
          <p:cNvSpPr txBox="1">
            <a:spLocks noGrp="1"/>
          </p:cNvSpPr>
          <p:nvPr>
            <p:ph type="title" idx="15" hasCustomPrompt="1"/>
          </p:nvPr>
        </p:nvSpPr>
        <p:spPr>
          <a:xfrm>
            <a:off x="4707713" y="2547299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570" name="Google Shape;570;p13"/>
          <p:cNvSpPr txBox="1">
            <a:spLocks noGrp="1"/>
          </p:cNvSpPr>
          <p:nvPr>
            <p:ph type="subTitle" idx="16"/>
          </p:nvPr>
        </p:nvSpPr>
        <p:spPr>
          <a:xfrm>
            <a:off x="5529413" y="2497425"/>
            <a:ext cx="28872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1" name="Google Shape;571;p13"/>
          <p:cNvSpPr txBox="1">
            <a:spLocks noGrp="1"/>
          </p:cNvSpPr>
          <p:nvPr>
            <p:ph type="subTitle" idx="17"/>
          </p:nvPr>
        </p:nvSpPr>
        <p:spPr>
          <a:xfrm>
            <a:off x="5529413" y="2852015"/>
            <a:ext cx="23493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2" name="Google Shape;572;p13"/>
          <p:cNvSpPr txBox="1">
            <a:spLocks noGrp="1"/>
          </p:cNvSpPr>
          <p:nvPr>
            <p:ph type="title" idx="18" hasCustomPrompt="1"/>
          </p:nvPr>
        </p:nvSpPr>
        <p:spPr>
          <a:xfrm>
            <a:off x="4707713" y="3559519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573" name="Google Shape;573;p13"/>
          <p:cNvSpPr txBox="1">
            <a:spLocks noGrp="1"/>
          </p:cNvSpPr>
          <p:nvPr>
            <p:ph type="subTitle" idx="19"/>
          </p:nvPr>
        </p:nvSpPr>
        <p:spPr>
          <a:xfrm>
            <a:off x="5529413" y="3511400"/>
            <a:ext cx="28872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4" name="Google Shape;574;p13"/>
          <p:cNvSpPr txBox="1">
            <a:spLocks noGrp="1"/>
          </p:cNvSpPr>
          <p:nvPr>
            <p:ph type="subTitle" idx="20"/>
          </p:nvPr>
        </p:nvSpPr>
        <p:spPr>
          <a:xfrm>
            <a:off x="5529413" y="3865990"/>
            <a:ext cx="2349300" cy="5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5" name="Google Shape;575;p13"/>
          <p:cNvSpPr txBox="1">
            <a:spLocks noGrp="1"/>
          </p:cNvSpPr>
          <p:nvPr>
            <p:ph type="title" idx="21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900"/>
              <a:buNone/>
              <a:defRPr sz="29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576" name="Google Shape;576;p13"/>
          <p:cNvGrpSpPr/>
          <p:nvPr/>
        </p:nvGrpSpPr>
        <p:grpSpPr>
          <a:xfrm>
            <a:off x="8246982" y="3524700"/>
            <a:ext cx="1039906" cy="679800"/>
            <a:chOff x="4082325" y="3790650"/>
            <a:chExt cx="1039906" cy="679800"/>
          </a:xfrm>
        </p:grpSpPr>
        <p:sp>
          <p:nvSpPr>
            <p:cNvPr id="577" name="Google Shape;577;p13"/>
            <p:cNvSpPr/>
            <p:nvPr/>
          </p:nvSpPr>
          <p:spPr>
            <a:xfrm>
              <a:off x="4082325" y="3790650"/>
              <a:ext cx="1039906" cy="94858"/>
            </a:xfrm>
            <a:custGeom>
              <a:avLst/>
              <a:gdLst/>
              <a:ahLst/>
              <a:cxnLst/>
              <a:rect l="l" t="t" r="r" b="b"/>
              <a:pathLst>
                <a:path w="15874" h="1448" fill="none" extrusionOk="0">
                  <a:moveTo>
                    <a:pt x="1" y="1"/>
                  </a:moveTo>
                  <a:cubicBezTo>
                    <a:pt x="1138" y="1"/>
                    <a:pt x="1138" y="1447"/>
                    <a:pt x="2276" y="1447"/>
                  </a:cubicBezTo>
                  <a:cubicBezTo>
                    <a:pt x="3395" y="1447"/>
                    <a:pt x="3395" y="1"/>
                    <a:pt x="4533" y="1"/>
                  </a:cubicBezTo>
                  <a:cubicBezTo>
                    <a:pt x="5671" y="1"/>
                    <a:pt x="5671" y="1447"/>
                    <a:pt x="6809" y="1447"/>
                  </a:cubicBezTo>
                  <a:cubicBezTo>
                    <a:pt x="7947" y="1447"/>
                    <a:pt x="7947" y="1"/>
                    <a:pt x="9065" y="1"/>
                  </a:cubicBezTo>
                  <a:cubicBezTo>
                    <a:pt x="10203" y="1"/>
                    <a:pt x="10203" y="1447"/>
                    <a:pt x="11341" y="1447"/>
                  </a:cubicBezTo>
                  <a:cubicBezTo>
                    <a:pt x="12479" y="1447"/>
                    <a:pt x="12479" y="1"/>
                    <a:pt x="13617" y="1"/>
                  </a:cubicBezTo>
                  <a:cubicBezTo>
                    <a:pt x="14736" y="1"/>
                    <a:pt x="14736" y="1447"/>
                    <a:pt x="15873" y="1447"/>
                  </a:cubicBezTo>
                </a:path>
              </a:pathLst>
            </a:custGeom>
            <a:solidFill>
              <a:schemeClr val="lt1"/>
            </a:solidFill>
            <a:ln w="12050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13"/>
            <p:cNvSpPr/>
            <p:nvPr/>
          </p:nvSpPr>
          <p:spPr>
            <a:xfrm>
              <a:off x="4082325" y="4083808"/>
              <a:ext cx="1039906" cy="94793"/>
            </a:xfrm>
            <a:custGeom>
              <a:avLst/>
              <a:gdLst/>
              <a:ahLst/>
              <a:cxnLst/>
              <a:rect l="l" t="t" r="r" b="b"/>
              <a:pathLst>
                <a:path w="15874" h="1447" fill="none" extrusionOk="0">
                  <a:moveTo>
                    <a:pt x="1" y="0"/>
                  </a:moveTo>
                  <a:cubicBezTo>
                    <a:pt x="1138" y="0"/>
                    <a:pt x="1138" y="1447"/>
                    <a:pt x="2276" y="1447"/>
                  </a:cubicBezTo>
                  <a:cubicBezTo>
                    <a:pt x="3395" y="1447"/>
                    <a:pt x="3395" y="0"/>
                    <a:pt x="4533" y="0"/>
                  </a:cubicBezTo>
                  <a:cubicBezTo>
                    <a:pt x="5671" y="0"/>
                    <a:pt x="5671" y="1447"/>
                    <a:pt x="6809" y="1447"/>
                  </a:cubicBezTo>
                  <a:cubicBezTo>
                    <a:pt x="7947" y="1447"/>
                    <a:pt x="7947" y="0"/>
                    <a:pt x="9065" y="0"/>
                  </a:cubicBezTo>
                  <a:cubicBezTo>
                    <a:pt x="10203" y="0"/>
                    <a:pt x="10203" y="1447"/>
                    <a:pt x="11341" y="1447"/>
                  </a:cubicBezTo>
                  <a:cubicBezTo>
                    <a:pt x="12479" y="1447"/>
                    <a:pt x="12479" y="0"/>
                    <a:pt x="13617" y="0"/>
                  </a:cubicBezTo>
                  <a:cubicBezTo>
                    <a:pt x="14736" y="0"/>
                    <a:pt x="14736" y="1447"/>
                    <a:pt x="15873" y="1447"/>
                  </a:cubicBezTo>
                </a:path>
              </a:pathLst>
            </a:custGeom>
            <a:solidFill>
              <a:schemeClr val="lt1"/>
            </a:solidFill>
            <a:ln w="12050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13"/>
            <p:cNvSpPr/>
            <p:nvPr/>
          </p:nvSpPr>
          <p:spPr>
            <a:xfrm>
              <a:off x="4082325" y="4375657"/>
              <a:ext cx="1039906" cy="94793"/>
            </a:xfrm>
            <a:custGeom>
              <a:avLst/>
              <a:gdLst/>
              <a:ahLst/>
              <a:cxnLst/>
              <a:rect l="l" t="t" r="r" b="b"/>
              <a:pathLst>
                <a:path w="15874" h="1447" fill="none" extrusionOk="0">
                  <a:moveTo>
                    <a:pt x="1" y="0"/>
                  </a:moveTo>
                  <a:cubicBezTo>
                    <a:pt x="1138" y="0"/>
                    <a:pt x="1138" y="1447"/>
                    <a:pt x="2276" y="1447"/>
                  </a:cubicBezTo>
                  <a:cubicBezTo>
                    <a:pt x="3395" y="1447"/>
                    <a:pt x="3395" y="0"/>
                    <a:pt x="4533" y="0"/>
                  </a:cubicBezTo>
                  <a:cubicBezTo>
                    <a:pt x="5671" y="0"/>
                    <a:pt x="5671" y="1447"/>
                    <a:pt x="6809" y="1447"/>
                  </a:cubicBezTo>
                  <a:cubicBezTo>
                    <a:pt x="7947" y="1447"/>
                    <a:pt x="7947" y="0"/>
                    <a:pt x="9065" y="0"/>
                  </a:cubicBezTo>
                  <a:cubicBezTo>
                    <a:pt x="10203" y="0"/>
                    <a:pt x="10203" y="1447"/>
                    <a:pt x="11341" y="1447"/>
                  </a:cubicBezTo>
                  <a:cubicBezTo>
                    <a:pt x="12479" y="1447"/>
                    <a:pt x="12479" y="0"/>
                    <a:pt x="13617" y="0"/>
                  </a:cubicBezTo>
                  <a:cubicBezTo>
                    <a:pt x="14736" y="0"/>
                    <a:pt x="14736" y="1447"/>
                    <a:pt x="15873" y="1447"/>
                  </a:cubicBezTo>
                </a:path>
              </a:pathLst>
            </a:custGeom>
            <a:solidFill>
              <a:schemeClr val="lt1"/>
            </a:solidFill>
            <a:ln w="12050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13"/>
          <p:cNvGrpSpPr/>
          <p:nvPr/>
        </p:nvGrpSpPr>
        <p:grpSpPr>
          <a:xfrm>
            <a:off x="-846423" y="4392645"/>
            <a:ext cx="1965289" cy="517060"/>
            <a:chOff x="3539975" y="3523525"/>
            <a:chExt cx="745925" cy="196250"/>
          </a:xfrm>
        </p:grpSpPr>
        <p:sp>
          <p:nvSpPr>
            <p:cNvPr id="581" name="Google Shape;581;p13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13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3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3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3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13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13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13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13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3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3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13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13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13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13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13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7" name="Google Shape;597;p13"/>
          <p:cNvGrpSpPr/>
          <p:nvPr/>
        </p:nvGrpSpPr>
        <p:grpSpPr>
          <a:xfrm flipH="1">
            <a:off x="-3594575" y="-199329"/>
            <a:ext cx="4000413" cy="3175881"/>
            <a:chOff x="5207925" y="-1994879"/>
            <a:chExt cx="4000413" cy="3175881"/>
          </a:xfrm>
        </p:grpSpPr>
        <p:sp>
          <p:nvSpPr>
            <p:cNvPr id="598" name="Google Shape;598;p13"/>
            <p:cNvSpPr/>
            <p:nvPr/>
          </p:nvSpPr>
          <p:spPr>
            <a:xfrm>
              <a:off x="5256209" y="-1994879"/>
              <a:ext cx="3952129" cy="3103920"/>
            </a:xfrm>
            <a:custGeom>
              <a:avLst/>
              <a:gdLst/>
              <a:ahLst/>
              <a:cxnLst/>
              <a:rect l="l" t="t" r="r" b="b"/>
              <a:pathLst>
                <a:path w="89954" h="70648" fill="none" extrusionOk="0">
                  <a:moveTo>
                    <a:pt x="89954" y="70647"/>
                  </a:moveTo>
                  <a:lnTo>
                    <a:pt x="1" y="70647"/>
                  </a:ln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13"/>
            <p:cNvSpPr/>
            <p:nvPr/>
          </p:nvSpPr>
          <p:spPr>
            <a:xfrm>
              <a:off x="5579917" y="1036061"/>
              <a:ext cx="144942" cy="144942"/>
            </a:xfrm>
            <a:custGeom>
              <a:avLst/>
              <a:gdLst/>
              <a:ahLst/>
              <a:cxnLst/>
              <a:rect l="l" t="t" r="r" b="b"/>
              <a:pathLst>
                <a:path w="3299" h="3299" extrusionOk="0">
                  <a:moveTo>
                    <a:pt x="0" y="1"/>
                  </a:moveTo>
                  <a:lnTo>
                    <a:pt x="0" y="3299"/>
                  </a:lnTo>
                  <a:lnTo>
                    <a:pt x="3298" y="3299"/>
                  </a:lnTo>
                  <a:lnTo>
                    <a:pt x="32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3"/>
            <p:cNvSpPr/>
            <p:nvPr/>
          </p:nvSpPr>
          <p:spPr>
            <a:xfrm>
              <a:off x="5207925" y="352772"/>
              <a:ext cx="96613" cy="394888"/>
            </a:xfrm>
            <a:custGeom>
              <a:avLst/>
              <a:gdLst/>
              <a:ahLst/>
              <a:cxnLst/>
              <a:rect l="l" t="t" r="r" b="b"/>
              <a:pathLst>
                <a:path w="2199" h="8988" extrusionOk="0">
                  <a:moveTo>
                    <a:pt x="0" y="0"/>
                  </a:moveTo>
                  <a:lnTo>
                    <a:pt x="0" y="8988"/>
                  </a:lnTo>
                  <a:lnTo>
                    <a:pt x="2199" y="8988"/>
                  </a:lnTo>
                  <a:lnTo>
                    <a:pt x="219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CUSTOM_9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2" name="Google Shape;602;p14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 rot="10800000" flipH="1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Google Shape;603;p14"/>
          <p:cNvSpPr txBox="1">
            <a:spLocks noGrp="1"/>
          </p:cNvSpPr>
          <p:nvPr>
            <p:ph type="title" hasCustomPrompt="1"/>
          </p:nvPr>
        </p:nvSpPr>
        <p:spPr>
          <a:xfrm>
            <a:off x="2167181" y="1194994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604" name="Google Shape;604;p14"/>
          <p:cNvSpPr txBox="1">
            <a:spLocks noGrp="1"/>
          </p:cNvSpPr>
          <p:nvPr>
            <p:ph type="subTitle" idx="1"/>
          </p:nvPr>
        </p:nvSpPr>
        <p:spPr>
          <a:xfrm>
            <a:off x="2988905" y="1244525"/>
            <a:ext cx="39879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5" name="Google Shape;605;p14"/>
          <p:cNvSpPr txBox="1">
            <a:spLocks noGrp="1"/>
          </p:cNvSpPr>
          <p:nvPr>
            <p:ph type="subTitle" idx="2"/>
          </p:nvPr>
        </p:nvSpPr>
        <p:spPr>
          <a:xfrm>
            <a:off x="2988888" y="1599134"/>
            <a:ext cx="3987900" cy="2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6" name="Google Shape;606;p14"/>
          <p:cNvSpPr txBox="1">
            <a:spLocks noGrp="1"/>
          </p:cNvSpPr>
          <p:nvPr>
            <p:ph type="title" idx="3" hasCustomPrompt="1"/>
          </p:nvPr>
        </p:nvSpPr>
        <p:spPr>
          <a:xfrm>
            <a:off x="2167181" y="2089809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607" name="Google Shape;607;p14"/>
          <p:cNvSpPr txBox="1">
            <a:spLocks noGrp="1"/>
          </p:cNvSpPr>
          <p:nvPr>
            <p:ph type="subTitle" idx="4"/>
          </p:nvPr>
        </p:nvSpPr>
        <p:spPr>
          <a:xfrm>
            <a:off x="2988905" y="2139342"/>
            <a:ext cx="39879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8" name="Google Shape;608;p14"/>
          <p:cNvSpPr txBox="1">
            <a:spLocks noGrp="1"/>
          </p:cNvSpPr>
          <p:nvPr>
            <p:ph type="subTitle" idx="5"/>
          </p:nvPr>
        </p:nvSpPr>
        <p:spPr>
          <a:xfrm>
            <a:off x="2988888" y="2493949"/>
            <a:ext cx="3987900" cy="2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9" name="Google Shape;609;p14"/>
          <p:cNvSpPr txBox="1">
            <a:spLocks noGrp="1"/>
          </p:cNvSpPr>
          <p:nvPr>
            <p:ph type="title" idx="6" hasCustomPrompt="1"/>
          </p:nvPr>
        </p:nvSpPr>
        <p:spPr>
          <a:xfrm>
            <a:off x="2167181" y="2984623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610" name="Google Shape;610;p14"/>
          <p:cNvSpPr txBox="1">
            <a:spLocks noGrp="1"/>
          </p:cNvSpPr>
          <p:nvPr>
            <p:ph type="subTitle" idx="7"/>
          </p:nvPr>
        </p:nvSpPr>
        <p:spPr>
          <a:xfrm>
            <a:off x="2988905" y="3034159"/>
            <a:ext cx="39879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1" name="Google Shape;611;p14"/>
          <p:cNvSpPr txBox="1">
            <a:spLocks noGrp="1"/>
          </p:cNvSpPr>
          <p:nvPr>
            <p:ph type="subTitle" idx="8"/>
          </p:nvPr>
        </p:nvSpPr>
        <p:spPr>
          <a:xfrm>
            <a:off x="2988888" y="3388763"/>
            <a:ext cx="3987900" cy="2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2" name="Google Shape;612;p14"/>
          <p:cNvSpPr txBox="1">
            <a:spLocks noGrp="1"/>
          </p:cNvSpPr>
          <p:nvPr>
            <p:ph type="title" idx="9" hasCustomPrompt="1"/>
          </p:nvPr>
        </p:nvSpPr>
        <p:spPr>
          <a:xfrm>
            <a:off x="2167181" y="3879438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613" name="Google Shape;613;p14"/>
          <p:cNvSpPr txBox="1">
            <a:spLocks noGrp="1"/>
          </p:cNvSpPr>
          <p:nvPr>
            <p:ph type="subTitle" idx="13"/>
          </p:nvPr>
        </p:nvSpPr>
        <p:spPr>
          <a:xfrm>
            <a:off x="2988905" y="3928977"/>
            <a:ext cx="3987900" cy="3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4" name="Google Shape;614;p14"/>
          <p:cNvSpPr txBox="1">
            <a:spLocks noGrp="1"/>
          </p:cNvSpPr>
          <p:nvPr>
            <p:ph type="subTitle" idx="14"/>
          </p:nvPr>
        </p:nvSpPr>
        <p:spPr>
          <a:xfrm>
            <a:off x="2988888" y="4283578"/>
            <a:ext cx="3987900" cy="2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5" name="Google Shape;615;p14"/>
          <p:cNvSpPr txBox="1">
            <a:spLocks noGrp="1"/>
          </p:cNvSpPr>
          <p:nvPr>
            <p:ph type="title" idx="15" hasCustomPrompt="1"/>
          </p:nvPr>
        </p:nvSpPr>
        <p:spPr>
          <a:xfrm>
            <a:off x="4707713" y="2547299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616" name="Google Shape;616;p14"/>
          <p:cNvSpPr txBox="1">
            <a:spLocks noGrp="1"/>
          </p:cNvSpPr>
          <p:nvPr>
            <p:ph type="title" idx="16" hasCustomPrompt="1"/>
          </p:nvPr>
        </p:nvSpPr>
        <p:spPr>
          <a:xfrm>
            <a:off x="4707713" y="3559519"/>
            <a:ext cx="821700" cy="554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23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617" name="Google Shape;617;p14"/>
          <p:cNvSpPr txBox="1">
            <a:spLocks noGrp="1"/>
          </p:cNvSpPr>
          <p:nvPr>
            <p:ph type="title" idx="17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900"/>
              <a:buNone/>
              <a:defRPr sz="29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618" name="Google Shape;618;p14"/>
          <p:cNvGrpSpPr/>
          <p:nvPr/>
        </p:nvGrpSpPr>
        <p:grpSpPr>
          <a:xfrm>
            <a:off x="391864" y="3545270"/>
            <a:ext cx="289170" cy="284718"/>
            <a:chOff x="426000" y="3302025"/>
            <a:chExt cx="220875" cy="217475"/>
          </a:xfrm>
        </p:grpSpPr>
        <p:sp>
          <p:nvSpPr>
            <p:cNvPr id="619" name="Google Shape;619;p14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4"/>
            <p:cNvSpPr/>
            <p:nvPr/>
          </p:nvSpPr>
          <p:spPr>
            <a:xfrm>
              <a:off x="432750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1" name="Google Shape;621;p14"/>
          <p:cNvGrpSpPr/>
          <p:nvPr/>
        </p:nvGrpSpPr>
        <p:grpSpPr>
          <a:xfrm>
            <a:off x="357713" y="1210575"/>
            <a:ext cx="357454" cy="956304"/>
            <a:chOff x="357713" y="600975"/>
            <a:chExt cx="357454" cy="956304"/>
          </a:xfrm>
        </p:grpSpPr>
        <p:sp>
          <p:nvSpPr>
            <p:cNvPr id="622" name="Google Shape;622;p14"/>
            <p:cNvSpPr/>
            <p:nvPr/>
          </p:nvSpPr>
          <p:spPr>
            <a:xfrm>
              <a:off x="357713" y="600975"/>
              <a:ext cx="357454" cy="357454"/>
            </a:xfrm>
            <a:custGeom>
              <a:avLst/>
              <a:gdLst/>
              <a:ahLst/>
              <a:cxnLst/>
              <a:rect l="l" t="t" r="r" b="b"/>
              <a:pathLst>
                <a:path w="6539" h="6539" fill="none" extrusionOk="0">
                  <a:moveTo>
                    <a:pt x="3954" y="367"/>
                  </a:moveTo>
                  <a:cubicBezTo>
                    <a:pt x="5535" y="752"/>
                    <a:pt x="6538" y="2353"/>
                    <a:pt x="6152" y="3954"/>
                  </a:cubicBezTo>
                  <a:cubicBezTo>
                    <a:pt x="5767" y="5535"/>
                    <a:pt x="4166" y="6538"/>
                    <a:pt x="2584" y="6153"/>
                  </a:cubicBezTo>
                  <a:cubicBezTo>
                    <a:pt x="984" y="5767"/>
                    <a:pt x="0" y="4166"/>
                    <a:pt x="366" y="2585"/>
                  </a:cubicBezTo>
                  <a:cubicBezTo>
                    <a:pt x="752" y="984"/>
                    <a:pt x="2353" y="0"/>
                    <a:pt x="3954" y="3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14"/>
            <p:cNvSpPr/>
            <p:nvPr/>
          </p:nvSpPr>
          <p:spPr>
            <a:xfrm>
              <a:off x="374549" y="819196"/>
              <a:ext cx="324765" cy="324765"/>
            </a:xfrm>
            <a:custGeom>
              <a:avLst/>
              <a:gdLst/>
              <a:ahLst/>
              <a:cxnLst/>
              <a:rect l="l" t="t" r="r" b="b"/>
              <a:pathLst>
                <a:path w="5941" h="5941" fill="none" extrusionOk="0">
                  <a:moveTo>
                    <a:pt x="5941" y="2971"/>
                  </a:moveTo>
                  <a:cubicBezTo>
                    <a:pt x="5941" y="4610"/>
                    <a:pt x="4610" y="5941"/>
                    <a:pt x="2971" y="5941"/>
                  </a:cubicBezTo>
                  <a:cubicBezTo>
                    <a:pt x="1331" y="5941"/>
                    <a:pt x="1" y="4610"/>
                    <a:pt x="1" y="2971"/>
                  </a:cubicBezTo>
                  <a:cubicBezTo>
                    <a:pt x="1" y="1331"/>
                    <a:pt x="1331" y="1"/>
                    <a:pt x="2971" y="1"/>
                  </a:cubicBezTo>
                  <a:cubicBezTo>
                    <a:pt x="4610" y="1"/>
                    <a:pt x="5941" y="1331"/>
                    <a:pt x="5941" y="29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14"/>
            <p:cNvSpPr/>
            <p:nvPr/>
          </p:nvSpPr>
          <p:spPr>
            <a:xfrm>
              <a:off x="357713" y="997347"/>
              <a:ext cx="357454" cy="357509"/>
            </a:xfrm>
            <a:custGeom>
              <a:avLst/>
              <a:gdLst/>
              <a:ahLst/>
              <a:cxnLst/>
              <a:rect l="l" t="t" r="r" b="b"/>
              <a:pathLst>
                <a:path w="6539" h="6540" fill="none" extrusionOk="0">
                  <a:moveTo>
                    <a:pt x="3954" y="387"/>
                  </a:moveTo>
                  <a:cubicBezTo>
                    <a:pt x="5555" y="753"/>
                    <a:pt x="6538" y="2354"/>
                    <a:pt x="6152" y="3955"/>
                  </a:cubicBezTo>
                  <a:cubicBezTo>
                    <a:pt x="5767" y="5556"/>
                    <a:pt x="4166" y="6539"/>
                    <a:pt x="2584" y="6153"/>
                  </a:cubicBezTo>
                  <a:cubicBezTo>
                    <a:pt x="984" y="5787"/>
                    <a:pt x="0" y="4186"/>
                    <a:pt x="366" y="2585"/>
                  </a:cubicBezTo>
                  <a:cubicBezTo>
                    <a:pt x="752" y="985"/>
                    <a:pt x="2353" y="1"/>
                    <a:pt x="3954" y="38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14"/>
            <p:cNvSpPr/>
            <p:nvPr/>
          </p:nvSpPr>
          <p:spPr>
            <a:xfrm>
              <a:off x="358751" y="1200863"/>
              <a:ext cx="356416" cy="356416"/>
            </a:xfrm>
            <a:custGeom>
              <a:avLst/>
              <a:gdLst/>
              <a:ahLst/>
              <a:cxnLst/>
              <a:rect l="l" t="t" r="r" b="b"/>
              <a:pathLst>
                <a:path w="6520" h="6520" fill="none" extrusionOk="0">
                  <a:moveTo>
                    <a:pt x="5362" y="1158"/>
                  </a:moveTo>
                  <a:cubicBezTo>
                    <a:pt x="6519" y="2315"/>
                    <a:pt x="6519" y="4186"/>
                    <a:pt x="5362" y="5343"/>
                  </a:cubicBezTo>
                  <a:cubicBezTo>
                    <a:pt x="4186" y="6519"/>
                    <a:pt x="2315" y="6519"/>
                    <a:pt x="1157" y="5343"/>
                  </a:cubicBezTo>
                  <a:cubicBezTo>
                    <a:pt x="0" y="4186"/>
                    <a:pt x="0" y="2315"/>
                    <a:pt x="1157" y="1158"/>
                  </a:cubicBezTo>
                  <a:cubicBezTo>
                    <a:pt x="2315" y="0"/>
                    <a:pt x="4186" y="0"/>
                    <a:pt x="5362" y="11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6" name="Google Shape;626;p14"/>
          <p:cNvGrpSpPr/>
          <p:nvPr/>
        </p:nvGrpSpPr>
        <p:grpSpPr>
          <a:xfrm>
            <a:off x="163264" y="4378897"/>
            <a:ext cx="2019176" cy="2019176"/>
            <a:chOff x="1943325" y="-220375"/>
            <a:chExt cx="1298672" cy="1298672"/>
          </a:xfrm>
        </p:grpSpPr>
        <p:sp>
          <p:nvSpPr>
            <p:cNvPr id="627" name="Google Shape;627;p14"/>
            <p:cNvSpPr/>
            <p:nvPr/>
          </p:nvSpPr>
          <p:spPr>
            <a:xfrm>
              <a:off x="2582255" y="-220375"/>
              <a:ext cx="49" cy="460871"/>
            </a:xfrm>
            <a:custGeom>
              <a:avLst/>
              <a:gdLst/>
              <a:ahLst/>
              <a:cxnLst/>
              <a:rect l="l" t="t" r="r" b="b"/>
              <a:pathLst>
                <a:path w="1" h="9432" fill="none" extrusionOk="0">
                  <a:moveTo>
                    <a:pt x="0" y="0"/>
                  </a:moveTo>
                  <a:lnTo>
                    <a:pt x="0" y="943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14"/>
            <p:cNvSpPr/>
            <p:nvPr/>
          </p:nvSpPr>
          <p:spPr>
            <a:xfrm>
              <a:off x="2414509" y="-195895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0" y="1"/>
                  </a:moveTo>
                  <a:lnTo>
                    <a:pt x="2431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14"/>
            <p:cNvSpPr/>
            <p:nvPr/>
          </p:nvSpPr>
          <p:spPr>
            <a:xfrm>
              <a:off x="2259027" y="-128024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0" y="0"/>
                  </a:moveTo>
                  <a:lnTo>
                    <a:pt x="4706" y="815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14"/>
            <p:cNvSpPr/>
            <p:nvPr/>
          </p:nvSpPr>
          <p:spPr>
            <a:xfrm>
              <a:off x="2126121" y="-22481"/>
              <a:ext cx="325180" cy="325180"/>
            </a:xfrm>
            <a:custGeom>
              <a:avLst/>
              <a:gdLst/>
              <a:ahLst/>
              <a:cxnLst/>
              <a:rect l="l" t="t" r="r" b="b"/>
              <a:pathLst>
                <a:path w="6655" h="6655" fill="none" extrusionOk="0">
                  <a:moveTo>
                    <a:pt x="1" y="0"/>
                  </a:moveTo>
                  <a:lnTo>
                    <a:pt x="6655" y="66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14"/>
            <p:cNvSpPr/>
            <p:nvPr/>
          </p:nvSpPr>
          <p:spPr>
            <a:xfrm>
              <a:off x="2025317" y="113211"/>
              <a:ext cx="398669" cy="230924"/>
            </a:xfrm>
            <a:custGeom>
              <a:avLst/>
              <a:gdLst/>
              <a:ahLst/>
              <a:cxnLst/>
              <a:rect l="l" t="t" r="r" b="b"/>
              <a:pathLst>
                <a:path w="8159" h="4726" fill="none" extrusionOk="0">
                  <a:moveTo>
                    <a:pt x="0" y="1"/>
                  </a:moveTo>
                  <a:lnTo>
                    <a:pt x="8158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14"/>
            <p:cNvSpPr/>
            <p:nvPr/>
          </p:nvSpPr>
          <p:spPr>
            <a:xfrm>
              <a:off x="1963114" y="270598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0" y="0"/>
                  </a:moveTo>
                  <a:lnTo>
                    <a:pt x="9103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4"/>
            <p:cNvSpPr/>
            <p:nvPr/>
          </p:nvSpPr>
          <p:spPr>
            <a:xfrm>
              <a:off x="1943325" y="439273"/>
              <a:ext cx="460871" cy="49"/>
            </a:xfrm>
            <a:custGeom>
              <a:avLst/>
              <a:gdLst/>
              <a:ahLst/>
              <a:cxnLst/>
              <a:rect l="l" t="t" r="r" b="b"/>
              <a:pathLst>
                <a:path w="9432" h="1" fill="none" extrusionOk="0">
                  <a:moveTo>
                    <a:pt x="0" y="1"/>
                  </a:moveTo>
                  <a:lnTo>
                    <a:pt x="9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4"/>
            <p:cNvSpPr/>
            <p:nvPr/>
          </p:nvSpPr>
          <p:spPr>
            <a:xfrm>
              <a:off x="1967805" y="487354"/>
              <a:ext cx="445821" cy="119713"/>
            </a:xfrm>
            <a:custGeom>
              <a:avLst/>
              <a:gdLst/>
              <a:ahLst/>
              <a:cxnLst/>
              <a:rect l="l" t="t" r="r" b="b"/>
              <a:pathLst>
                <a:path w="9124" h="2450" fill="none" extrusionOk="0">
                  <a:moveTo>
                    <a:pt x="1" y="2450"/>
                  </a:moveTo>
                  <a:lnTo>
                    <a:pt x="912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4"/>
            <p:cNvSpPr/>
            <p:nvPr/>
          </p:nvSpPr>
          <p:spPr>
            <a:xfrm>
              <a:off x="2035676" y="532600"/>
              <a:ext cx="398669" cy="229996"/>
            </a:xfrm>
            <a:custGeom>
              <a:avLst/>
              <a:gdLst/>
              <a:ahLst/>
              <a:cxnLst/>
              <a:rect l="l" t="t" r="r" b="b"/>
              <a:pathLst>
                <a:path w="8159" h="4707" fill="none" extrusionOk="0">
                  <a:moveTo>
                    <a:pt x="0" y="4706"/>
                  </a:moveTo>
                  <a:lnTo>
                    <a:pt x="815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4"/>
            <p:cNvSpPr/>
            <p:nvPr/>
          </p:nvSpPr>
          <p:spPr>
            <a:xfrm>
              <a:off x="2141219" y="569345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0" y="6674"/>
                  </a:moveTo>
                  <a:lnTo>
                    <a:pt x="667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4"/>
            <p:cNvSpPr/>
            <p:nvPr/>
          </p:nvSpPr>
          <p:spPr>
            <a:xfrm>
              <a:off x="2277840" y="597588"/>
              <a:ext cx="229996" cy="398718"/>
            </a:xfrm>
            <a:custGeom>
              <a:avLst/>
              <a:gdLst/>
              <a:ahLst/>
              <a:cxnLst/>
              <a:rect l="l" t="t" r="r" b="b"/>
              <a:pathLst>
                <a:path w="4707" h="8160" fill="none" extrusionOk="0">
                  <a:moveTo>
                    <a:pt x="1" y="8159"/>
                  </a:moveTo>
                  <a:lnTo>
                    <a:pt x="470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4"/>
            <p:cNvSpPr/>
            <p:nvPr/>
          </p:nvSpPr>
          <p:spPr>
            <a:xfrm>
              <a:off x="2435227" y="613615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1" y="9104"/>
                  </a:moveTo>
                  <a:lnTo>
                    <a:pt x="2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4"/>
            <p:cNvSpPr/>
            <p:nvPr/>
          </p:nvSpPr>
          <p:spPr>
            <a:xfrm>
              <a:off x="2602973" y="617377"/>
              <a:ext cx="49" cy="460920"/>
            </a:xfrm>
            <a:custGeom>
              <a:avLst/>
              <a:gdLst/>
              <a:ahLst/>
              <a:cxnLst/>
              <a:rect l="l" t="t" r="r" b="b"/>
              <a:pathLst>
                <a:path w="1" h="9433" fill="none" extrusionOk="0">
                  <a:moveTo>
                    <a:pt x="1" y="9432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4"/>
            <p:cNvSpPr/>
            <p:nvPr/>
          </p:nvSpPr>
          <p:spPr>
            <a:xfrm>
              <a:off x="2651982" y="607996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2431" y="91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14"/>
            <p:cNvSpPr/>
            <p:nvPr/>
          </p:nvSpPr>
          <p:spPr>
            <a:xfrm>
              <a:off x="2696300" y="586301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4706" y="8159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14"/>
            <p:cNvSpPr/>
            <p:nvPr/>
          </p:nvSpPr>
          <p:spPr>
            <a:xfrm>
              <a:off x="2733974" y="554247"/>
              <a:ext cx="325180" cy="326108"/>
            </a:xfrm>
            <a:custGeom>
              <a:avLst/>
              <a:gdLst/>
              <a:ahLst/>
              <a:cxnLst/>
              <a:rect l="l" t="t" r="r" b="b"/>
              <a:pathLst>
                <a:path w="6655" h="6674" fill="none" extrusionOk="0">
                  <a:moveTo>
                    <a:pt x="6655" y="66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14"/>
            <p:cNvSpPr/>
            <p:nvPr/>
          </p:nvSpPr>
          <p:spPr>
            <a:xfrm>
              <a:off x="2761288" y="513739"/>
              <a:ext cx="398718" cy="229996"/>
            </a:xfrm>
            <a:custGeom>
              <a:avLst/>
              <a:gdLst/>
              <a:ahLst/>
              <a:cxnLst/>
              <a:rect l="l" t="t" r="r" b="b"/>
              <a:pathLst>
                <a:path w="8160" h="4707" fill="none" extrusionOk="0">
                  <a:moveTo>
                    <a:pt x="8159" y="4706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14"/>
            <p:cNvSpPr/>
            <p:nvPr/>
          </p:nvSpPr>
          <p:spPr>
            <a:xfrm>
              <a:off x="2777315" y="466636"/>
              <a:ext cx="444893" cy="119713"/>
            </a:xfrm>
            <a:custGeom>
              <a:avLst/>
              <a:gdLst/>
              <a:ahLst/>
              <a:cxnLst/>
              <a:rect l="l" t="t" r="r" b="b"/>
              <a:pathLst>
                <a:path w="9105" h="2450" fill="none" extrusionOk="0">
                  <a:moveTo>
                    <a:pt x="9104" y="2449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14"/>
            <p:cNvSpPr/>
            <p:nvPr/>
          </p:nvSpPr>
          <p:spPr>
            <a:xfrm>
              <a:off x="2781077" y="417626"/>
              <a:ext cx="460920" cy="49"/>
            </a:xfrm>
            <a:custGeom>
              <a:avLst/>
              <a:gdLst/>
              <a:ahLst/>
              <a:cxnLst/>
              <a:rect l="l" t="t" r="r" b="b"/>
              <a:pathLst>
                <a:path w="9433" h="1" fill="none" extrusionOk="0">
                  <a:moveTo>
                    <a:pt x="9432" y="0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14"/>
            <p:cNvSpPr/>
            <p:nvPr/>
          </p:nvSpPr>
          <p:spPr>
            <a:xfrm>
              <a:off x="2771696" y="249880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9103" y="0"/>
                  </a:moveTo>
                  <a:lnTo>
                    <a:pt x="0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14"/>
            <p:cNvSpPr/>
            <p:nvPr/>
          </p:nvSpPr>
          <p:spPr>
            <a:xfrm>
              <a:off x="2750929" y="94350"/>
              <a:ext cx="398718" cy="230973"/>
            </a:xfrm>
            <a:custGeom>
              <a:avLst/>
              <a:gdLst/>
              <a:ahLst/>
              <a:cxnLst/>
              <a:rect l="l" t="t" r="r" b="b"/>
              <a:pathLst>
                <a:path w="8160" h="4727" fill="none" extrusionOk="0">
                  <a:moveTo>
                    <a:pt x="8159" y="1"/>
                  </a:moveTo>
                  <a:lnTo>
                    <a:pt x="1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14"/>
            <p:cNvSpPr/>
            <p:nvPr/>
          </p:nvSpPr>
          <p:spPr>
            <a:xfrm>
              <a:off x="2717947" y="-38508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6674" y="0"/>
                  </a:moveTo>
                  <a:lnTo>
                    <a:pt x="1" y="667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14"/>
            <p:cNvSpPr/>
            <p:nvPr/>
          </p:nvSpPr>
          <p:spPr>
            <a:xfrm>
              <a:off x="2677439" y="-139361"/>
              <a:ext cx="229996" cy="399646"/>
            </a:xfrm>
            <a:custGeom>
              <a:avLst/>
              <a:gdLst/>
              <a:ahLst/>
              <a:cxnLst/>
              <a:rect l="l" t="t" r="r" b="b"/>
              <a:pathLst>
                <a:path w="4707" h="8179" fill="none" extrusionOk="0">
                  <a:moveTo>
                    <a:pt x="4706" y="1"/>
                  </a:moveTo>
                  <a:lnTo>
                    <a:pt x="0" y="817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14"/>
            <p:cNvSpPr/>
            <p:nvPr/>
          </p:nvSpPr>
          <p:spPr>
            <a:xfrm>
              <a:off x="2631264" y="-201563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2430" y="1"/>
                  </a:moveTo>
                  <a:lnTo>
                    <a:pt x="0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4"/>
            <p:cNvSpPr/>
            <p:nvPr/>
          </p:nvSpPr>
          <p:spPr>
            <a:xfrm>
              <a:off x="2607712" y="-215684"/>
              <a:ext cx="62251" cy="456180"/>
            </a:xfrm>
            <a:custGeom>
              <a:avLst/>
              <a:gdLst/>
              <a:ahLst/>
              <a:cxnLst/>
              <a:rect l="l" t="t" r="r" b="b"/>
              <a:pathLst>
                <a:path w="1274" h="9336" fill="none" extrusionOk="0">
                  <a:moveTo>
                    <a:pt x="1273" y="0"/>
                  </a:moveTo>
                  <a:lnTo>
                    <a:pt x="0" y="933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4"/>
            <p:cNvSpPr/>
            <p:nvPr/>
          </p:nvSpPr>
          <p:spPr>
            <a:xfrm>
              <a:off x="2500263" y="-213779"/>
              <a:ext cx="57511" cy="457109"/>
            </a:xfrm>
            <a:custGeom>
              <a:avLst/>
              <a:gdLst/>
              <a:ahLst/>
              <a:cxnLst/>
              <a:rect l="l" t="t" r="r" b="b"/>
              <a:pathLst>
                <a:path w="1177" h="9355" fill="none" extrusionOk="0">
                  <a:moveTo>
                    <a:pt x="1" y="0"/>
                  </a:moveTo>
                  <a:lnTo>
                    <a:pt x="1177" y="93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4"/>
            <p:cNvSpPr/>
            <p:nvPr/>
          </p:nvSpPr>
          <p:spPr>
            <a:xfrm>
              <a:off x="2337208" y="-168580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1" y="1"/>
                  </a:moveTo>
                  <a:lnTo>
                    <a:pt x="3569" y="873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4"/>
            <p:cNvSpPr/>
            <p:nvPr/>
          </p:nvSpPr>
          <p:spPr>
            <a:xfrm>
              <a:off x="2191157" y="-8184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0" y="0"/>
                  </a:moveTo>
                  <a:lnTo>
                    <a:pt x="5709" y="750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4"/>
            <p:cNvSpPr/>
            <p:nvPr/>
          </p:nvSpPr>
          <p:spPr>
            <a:xfrm>
              <a:off x="2072420" y="39722"/>
              <a:ext cx="364759" cy="281790"/>
            </a:xfrm>
            <a:custGeom>
              <a:avLst/>
              <a:gdLst/>
              <a:ahLst/>
              <a:cxnLst/>
              <a:rect l="l" t="t" r="r" b="b"/>
              <a:pathLst>
                <a:path w="7465" h="5767" fill="none" extrusionOk="0">
                  <a:moveTo>
                    <a:pt x="0" y="0"/>
                  </a:moveTo>
                  <a:lnTo>
                    <a:pt x="7464" y="5767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4"/>
            <p:cNvSpPr/>
            <p:nvPr/>
          </p:nvSpPr>
          <p:spPr>
            <a:xfrm>
              <a:off x="1989500" y="187678"/>
              <a:ext cx="425055" cy="178153"/>
            </a:xfrm>
            <a:custGeom>
              <a:avLst/>
              <a:gdLst/>
              <a:ahLst/>
              <a:cxnLst/>
              <a:rect l="l" t="t" r="r" b="b"/>
              <a:pathLst>
                <a:path w="8699" h="3646" fill="none" extrusionOk="0">
                  <a:moveTo>
                    <a:pt x="0" y="0"/>
                  </a:moveTo>
                  <a:lnTo>
                    <a:pt x="8698" y="364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14"/>
            <p:cNvSpPr/>
            <p:nvPr/>
          </p:nvSpPr>
          <p:spPr>
            <a:xfrm>
              <a:off x="1948016" y="351662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1" y="0"/>
                  </a:moveTo>
                  <a:lnTo>
                    <a:pt x="9335" y="127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14"/>
            <p:cNvSpPr/>
            <p:nvPr/>
          </p:nvSpPr>
          <p:spPr>
            <a:xfrm>
              <a:off x="1949921" y="462824"/>
              <a:ext cx="457109" cy="58488"/>
            </a:xfrm>
            <a:custGeom>
              <a:avLst/>
              <a:gdLst/>
              <a:ahLst/>
              <a:cxnLst/>
              <a:rect l="l" t="t" r="r" b="b"/>
              <a:pathLst>
                <a:path w="9355" h="1197" fill="none" extrusionOk="0">
                  <a:moveTo>
                    <a:pt x="0" y="1197"/>
                  </a:moveTo>
                  <a:lnTo>
                    <a:pt x="9354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14"/>
            <p:cNvSpPr/>
            <p:nvPr/>
          </p:nvSpPr>
          <p:spPr>
            <a:xfrm>
              <a:off x="1996097" y="509977"/>
              <a:ext cx="425983" cy="174390"/>
            </a:xfrm>
            <a:custGeom>
              <a:avLst/>
              <a:gdLst/>
              <a:ahLst/>
              <a:cxnLst/>
              <a:rect l="l" t="t" r="r" b="b"/>
              <a:pathLst>
                <a:path w="8718" h="3569" fill="none" extrusionOk="0">
                  <a:moveTo>
                    <a:pt x="0" y="3568"/>
                  </a:moveTo>
                  <a:lnTo>
                    <a:pt x="871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14"/>
            <p:cNvSpPr/>
            <p:nvPr/>
          </p:nvSpPr>
          <p:spPr>
            <a:xfrm>
              <a:off x="2081851" y="551413"/>
              <a:ext cx="367593" cy="279005"/>
            </a:xfrm>
            <a:custGeom>
              <a:avLst/>
              <a:gdLst/>
              <a:ahLst/>
              <a:cxnLst/>
              <a:rect l="l" t="t" r="r" b="b"/>
              <a:pathLst>
                <a:path w="7523" h="5710" fill="none" extrusionOk="0">
                  <a:moveTo>
                    <a:pt x="0" y="5710"/>
                  </a:moveTo>
                  <a:lnTo>
                    <a:pt x="7522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14"/>
            <p:cNvSpPr/>
            <p:nvPr/>
          </p:nvSpPr>
          <p:spPr>
            <a:xfrm>
              <a:off x="2203422" y="584395"/>
              <a:ext cx="281790" cy="363830"/>
            </a:xfrm>
            <a:custGeom>
              <a:avLst/>
              <a:gdLst/>
              <a:ahLst/>
              <a:cxnLst/>
              <a:rect l="l" t="t" r="r" b="b"/>
              <a:pathLst>
                <a:path w="5767" h="7446" fill="none" extrusionOk="0">
                  <a:moveTo>
                    <a:pt x="0" y="7446"/>
                  </a:moveTo>
                  <a:lnTo>
                    <a:pt x="576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14"/>
            <p:cNvSpPr/>
            <p:nvPr/>
          </p:nvSpPr>
          <p:spPr>
            <a:xfrm>
              <a:off x="2351378" y="607018"/>
              <a:ext cx="178153" cy="424126"/>
            </a:xfrm>
            <a:custGeom>
              <a:avLst/>
              <a:gdLst/>
              <a:ahLst/>
              <a:cxnLst/>
              <a:rect l="l" t="t" r="r" b="b"/>
              <a:pathLst>
                <a:path w="3646" h="8680" fill="none" extrusionOk="0">
                  <a:moveTo>
                    <a:pt x="0" y="8680"/>
                  </a:moveTo>
                  <a:lnTo>
                    <a:pt x="3645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14"/>
            <p:cNvSpPr/>
            <p:nvPr/>
          </p:nvSpPr>
          <p:spPr>
            <a:xfrm>
              <a:off x="2515362" y="616449"/>
              <a:ext cx="62251" cy="457109"/>
            </a:xfrm>
            <a:custGeom>
              <a:avLst/>
              <a:gdLst/>
              <a:ahLst/>
              <a:cxnLst/>
              <a:rect l="l" t="t" r="r" b="b"/>
              <a:pathLst>
                <a:path w="1274" h="9355" fill="none" extrusionOk="0">
                  <a:moveTo>
                    <a:pt x="0" y="9355"/>
                  </a:moveTo>
                  <a:lnTo>
                    <a:pt x="1273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14"/>
            <p:cNvSpPr/>
            <p:nvPr/>
          </p:nvSpPr>
          <p:spPr>
            <a:xfrm>
              <a:off x="2626524" y="614592"/>
              <a:ext cx="58488" cy="457109"/>
            </a:xfrm>
            <a:custGeom>
              <a:avLst/>
              <a:gdLst/>
              <a:ahLst/>
              <a:cxnLst/>
              <a:rect l="l" t="t" r="r" b="b"/>
              <a:pathLst>
                <a:path w="1197" h="9355" fill="none" extrusionOk="0">
                  <a:moveTo>
                    <a:pt x="1197" y="9354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14"/>
            <p:cNvSpPr/>
            <p:nvPr/>
          </p:nvSpPr>
          <p:spPr>
            <a:xfrm>
              <a:off x="2673677" y="598565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3568" y="8737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14"/>
            <p:cNvSpPr/>
            <p:nvPr/>
          </p:nvSpPr>
          <p:spPr>
            <a:xfrm>
              <a:off x="2715113" y="57217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5710" y="75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14"/>
            <p:cNvSpPr/>
            <p:nvPr/>
          </p:nvSpPr>
          <p:spPr>
            <a:xfrm>
              <a:off x="2748095" y="535386"/>
              <a:ext cx="364759" cy="281839"/>
            </a:xfrm>
            <a:custGeom>
              <a:avLst/>
              <a:gdLst/>
              <a:ahLst/>
              <a:cxnLst/>
              <a:rect l="l" t="t" r="r" b="b"/>
              <a:pathLst>
                <a:path w="7465" h="5768" fill="none" extrusionOk="0">
                  <a:moveTo>
                    <a:pt x="7465" y="5768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14"/>
            <p:cNvSpPr/>
            <p:nvPr/>
          </p:nvSpPr>
          <p:spPr>
            <a:xfrm>
              <a:off x="2770718" y="491116"/>
              <a:ext cx="424126" cy="179081"/>
            </a:xfrm>
            <a:custGeom>
              <a:avLst/>
              <a:gdLst/>
              <a:ahLst/>
              <a:cxnLst/>
              <a:rect l="l" t="t" r="r" b="b"/>
              <a:pathLst>
                <a:path w="8680" h="3665" fill="none" extrusionOk="0">
                  <a:moveTo>
                    <a:pt x="8680" y="3665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14"/>
            <p:cNvSpPr/>
            <p:nvPr/>
          </p:nvSpPr>
          <p:spPr>
            <a:xfrm>
              <a:off x="2781077" y="443035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9336" y="12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14"/>
            <p:cNvSpPr/>
            <p:nvPr/>
          </p:nvSpPr>
          <p:spPr>
            <a:xfrm>
              <a:off x="2778292" y="335635"/>
              <a:ext cx="457109" cy="58440"/>
            </a:xfrm>
            <a:custGeom>
              <a:avLst/>
              <a:gdLst/>
              <a:ahLst/>
              <a:cxnLst/>
              <a:rect l="l" t="t" r="r" b="b"/>
              <a:pathLst>
                <a:path w="9355" h="1196" fill="none" extrusionOk="0">
                  <a:moveTo>
                    <a:pt x="9354" y="0"/>
                  </a:moveTo>
                  <a:lnTo>
                    <a:pt x="0" y="119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14"/>
            <p:cNvSpPr/>
            <p:nvPr/>
          </p:nvSpPr>
          <p:spPr>
            <a:xfrm>
              <a:off x="2763194" y="172579"/>
              <a:ext cx="426032" cy="174390"/>
            </a:xfrm>
            <a:custGeom>
              <a:avLst/>
              <a:gdLst/>
              <a:ahLst/>
              <a:cxnLst/>
              <a:rect l="l" t="t" r="r" b="b"/>
              <a:pathLst>
                <a:path w="8719" h="3569" fill="none" extrusionOk="0">
                  <a:moveTo>
                    <a:pt x="8718" y="1"/>
                  </a:moveTo>
                  <a:lnTo>
                    <a:pt x="1" y="3569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14"/>
            <p:cNvSpPr/>
            <p:nvPr/>
          </p:nvSpPr>
          <p:spPr>
            <a:xfrm>
              <a:off x="2735879" y="27457"/>
              <a:ext cx="366615" cy="278076"/>
            </a:xfrm>
            <a:custGeom>
              <a:avLst/>
              <a:gdLst/>
              <a:ahLst/>
              <a:cxnLst/>
              <a:rect l="l" t="t" r="r" b="b"/>
              <a:pathLst>
                <a:path w="7503" h="5691" fill="none" extrusionOk="0">
                  <a:moveTo>
                    <a:pt x="7503" y="0"/>
                  </a:moveTo>
                  <a:lnTo>
                    <a:pt x="0" y="569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14"/>
            <p:cNvSpPr/>
            <p:nvPr/>
          </p:nvSpPr>
          <p:spPr>
            <a:xfrm>
              <a:off x="2699135" y="-91280"/>
              <a:ext cx="282767" cy="364759"/>
            </a:xfrm>
            <a:custGeom>
              <a:avLst/>
              <a:gdLst/>
              <a:ahLst/>
              <a:cxnLst/>
              <a:rect l="l" t="t" r="r" b="b"/>
              <a:pathLst>
                <a:path w="5787" h="7465" fill="none" extrusionOk="0">
                  <a:moveTo>
                    <a:pt x="5786" y="0"/>
                  </a:moveTo>
                  <a:lnTo>
                    <a:pt x="0" y="746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14"/>
            <p:cNvSpPr/>
            <p:nvPr/>
          </p:nvSpPr>
          <p:spPr>
            <a:xfrm>
              <a:off x="2655744" y="-174200"/>
              <a:ext cx="178153" cy="425055"/>
            </a:xfrm>
            <a:custGeom>
              <a:avLst/>
              <a:gdLst/>
              <a:ahLst/>
              <a:cxnLst/>
              <a:rect l="l" t="t" r="r" b="b"/>
              <a:pathLst>
                <a:path w="3646" h="8699" fill="none" extrusionOk="0">
                  <a:moveTo>
                    <a:pt x="3646" y="0"/>
                  </a:moveTo>
                  <a:lnTo>
                    <a:pt x="1" y="869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5" name="Google Shape;675;p14"/>
          <p:cNvGrpSpPr/>
          <p:nvPr/>
        </p:nvGrpSpPr>
        <p:grpSpPr>
          <a:xfrm>
            <a:off x="8354090" y="2590370"/>
            <a:ext cx="1965289" cy="517060"/>
            <a:chOff x="3539975" y="3523525"/>
            <a:chExt cx="745925" cy="196250"/>
          </a:xfrm>
        </p:grpSpPr>
        <p:sp>
          <p:nvSpPr>
            <p:cNvPr id="676" name="Google Shape;676;p14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14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14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14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14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14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14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14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14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14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14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14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14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14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14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14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5">
    <p:spTree>
      <p:nvGrpSpPr>
        <p:cNvPr id="1" name="Shape 2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0" name="Google Shape;2470;p51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1" name="Google Shape;2471;p51"/>
          <p:cNvPicPr preferRelativeResize="0"/>
          <p:nvPr/>
        </p:nvPicPr>
        <p:blipFill rotWithShape="1">
          <a:blip r:embed="rId3">
            <a:alphaModFix amt="60000"/>
          </a:blip>
          <a:srcRect t="10" b="10"/>
          <a:stretch/>
        </p:blipFill>
        <p:spPr>
          <a:xfrm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2" name="Google Shape;2472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67701" y="3755650"/>
            <a:ext cx="9353213" cy="26812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73" name="Google Shape;2473;p51"/>
          <p:cNvGrpSpPr/>
          <p:nvPr/>
        </p:nvGrpSpPr>
        <p:grpSpPr>
          <a:xfrm>
            <a:off x="391864" y="3545270"/>
            <a:ext cx="289170" cy="284718"/>
            <a:chOff x="426000" y="3302025"/>
            <a:chExt cx="220875" cy="217475"/>
          </a:xfrm>
        </p:grpSpPr>
        <p:sp>
          <p:nvSpPr>
            <p:cNvPr id="2474" name="Google Shape;2474;p51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2475;p51"/>
            <p:cNvSpPr/>
            <p:nvPr/>
          </p:nvSpPr>
          <p:spPr>
            <a:xfrm>
              <a:off x="432750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6" name="Google Shape;2476;p51"/>
          <p:cNvGrpSpPr/>
          <p:nvPr/>
        </p:nvGrpSpPr>
        <p:grpSpPr>
          <a:xfrm>
            <a:off x="357713" y="905775"/>
            <a:ext cx="357454" cy="956304"/>
            <a:chOff x="357713" y="600975"/>
            <a:chExt cx="357454" cy="956304"/>
          </a:xfrm>
        </p:grpSpPr>
        <p:sp>
          <p:nvSpPr>
            <p:cNvPr id="2477" name="Google Shape;2477;p51"/>
            <p:cNvSpPr/>
            <p:nvPr/>
          </p:nvSpPr>
          <p:spPr>
            <a:xfrm>
              <a:off x="357713" y="600975"/>
              <a:ext cx="357454" cy="357454"/>
            </a:xfrm>
            <a:custGeom>
              <a:avLst/>
              <a:gdLst/>
              <a:ahLst/>
              <a:cxnLst/>
              <a:rect l="l" t="t" r="r" b="b"/>
              <a:pathLst>
                <a:path w="6539" h="6539" fill="none" extrusionOk="0">
                  <a:moveTo>
                    <a:pt x="3954" y="367"/>
                  </a:moveTo>
                  <a:cubicBezTo>
                    <a:pt x="5535" y="752"/>
                    <a:pt x="6538" y="2353"/>
                    <a:pt x="6152" y="3954"/>
                  </a:cubicBezTo>
                  <a:cubicBezTo>
                    <a:pt x="5767" y="5535"/>
                    <a:pt x="4166" y="6538"/>
                    <a:pt x="2584" y="6153"/>
                  </a:cubicBezTo>
                  <a:cubicBezTo>
                    <a:pt x="984" y="5767"/>
                    <a:pt x="0" y="4166"/>
                    <a:pt x="366" y="2585"/>
                  </a:cubicBezTo>
                  <a:cubicBezTo>
                    <a:pt x="752" y="984"/>
                    <a:pt x="2353" y="0"/>
                    <a:pt x="3954" y="3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51"/>
            <p:cNvSpPr/>
            <p:nvPr/>
          </p:nvSpPr>
          <p:spPr>
            <a:xfrm>
              <a:off x="374549" y="819196"/>
              <a:ext cx="324765" cy="324765"/>
            </a:xfrm>
            <a:custGeom>
              <a:avLst/>
              <a:gdLst/>
              <a:ahLst/>
              <a:cxnLst/>
              <a:rect l="l" t="t" r="r" b="b"/>
              <a:pathLst>
                <a:path w="5941" h="5941" fill="none" extrusionOk="0">
                  <a:moveTo>
                    <a:pt x="5941" y="2971"/>
                  </a:moveTo>
                  <a:cubicBezTo>
                    <a:pt x="5941" y="4610"/>
                    <a:pt x="4610" y="5941"/>
                    <a:pt x="2971" y="5941"/>
                  </a:cubicBezTo>
                  <a:cubicBezTo>
                    <a:pt x="1331" y="5941"/>
                    <a:pt x="1" y="4610"/>
                    <a:pt x="1" y="2971"/>
                  </a:cubicBezTo>
                  <a:cubicBezTo>
                    <a:pt x="1" y="1331"/>
                    <a:pt x="1331" y="1"/>
                    <a:pt x="2971" y="1"/>
                  </a:cubicBezTo>
                  <a:cubicBezTo>
                    <a:pt x="4610" y="1"/>
                    <a:pt x="5941" y="1331"/>
                    <a:pt x="5941" y="29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51"/>
            <p:cNvSpPr/>
            <p:nvPr/>
          </p:nvSpPr>
          <p:spPr>
            <a:xfrm>
              <a:off x="357713" y="997347"/>
              <a:ext cx="357454" cy="357509"/>
            </a:xfrm>
            <a:custGeom>
              <a:avLst/>
              <a:gdLst/>
              <a:ahLst/>
              <a:cxnLst/>
              <a:rect l="l" t="t" r="r" b="b"/>
              <a:pathLst>
                <a:path w="6539" h="6540" fill="none" extrusionOk="0">
                  <a:moveTo>
                    <a:pt x="3954" y="387"/>
                  </a:moveTo>
                  <a:cubicBezTo>
                    <a:pt x="5555" y="753"/>
                    <a:pt x="6538" y="2354"/>
                    <a:pt x="6152" y="3955"/>
                  </a:cubicBezTo>
                  <a:cubicBezTo>
                    <a:pt x="5767" y="5556"/>
                    <a:pt x="4166" y="6539"/>
                    <a:pt x="2584" y="6153"/>
                  </a:cubicBezTo>
                  <a:cubicBezTo>
                    <a:pt x="984" y="5787"/>
                    <a:pt x="0" y="4186"/>
                    <a:pt x="366" y="2585"/>
                  </a:cubicBezTo>
                  <a:cubicBezTo>
                    <a:pt x="752" y="985"/>
                    <a:pt x="2353" y="1"/>
                    <a:pt x="3954" y="38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51"/>
            <p:cNvSpPr/>
            <p:nvPr/>
          </p:nvSpPr>
          <p:spPr>
            <a:xfrm>
              <a:off x="358751" y="1200863"/>
              <a:ext cx="356416" cy="356416"/>
            </a:xfrm>
            <a:custGeom>
              <a:avLst/>
              <a:gdLst/>
              <a:ahLst/>
              <a:cxnLst/>
              <a:rect l="l" t="t" r="r" b="b"/>
              <a:pathLst>
                <a:path w="6520" h="6520" fill="none" extrusionOk="0">
                  <a:moveTo>
                    <a:pt x="5362" y="1158"/>
                  </a:moveTo>
                  <a:cubicBezTo>
                    <a:pt x="6519" y="2315"/>
                    <a:pt x="6519" y="4186"/>
                    <a:pt x="5362" y="5343"/>
                  </a:cubicBezTo>
                  <a:cubicBezTo>
                    <a:pt x="4186" y="6519"/>
                    <a:pt x="2315" y="6519"/>
                    <a:pt x="1157" y="5343"/>
                  </a:cubicBezTo>
                  <a:cubicBezTo>
                    <a:pt x="0" y="4186"/>
                    <a:pt x="0" y="2315"/>
                    <a:pt x="1157" y="1158"/>
                  </a:cubicBezTo>
                  <a:cubicBezTo>
                    <a:pt x="2315" y="0"/>
                    <a:pt x="4186" y="0"/>
                    <a:pt x="5362" y="11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81" name="Google Shape;2481;p51"/>
          <p:cNvGrpSpPr/>
          <p:nvPr/>
        </p:nvGrpSpPr>
        <p:grpSpPr>
          <a:xfrm>
            <a:off x="5258308" y="722871"/>
            <a:ext cx="793256" cy="182899"/>
            <a:chOff x="2685575" y="2835950"/>
            <a:chExt cx="433000" cy="99825"/>
          </a:xfrm>
        </p:grpSpPr>
        <p:sp>
          <p:nvSpPr>
            <p:cNvPr id="2482" name="Google Shape;2482;p51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51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51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51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86" name="Google Shape;2486;p51"/>
          <p:cNvGrpSpPr/>
          <p:nvPr/>
        </p:nvGrpSpPr>
        <p:grpSpPr>
          <a:xfrm>
            <a:off x="8366565" y="3429220"/>
            <a:ext cx="1965289" cy="517060"/>
            <a:chOff x="3539975" y="3523525"/>
            <a:chExt cx="745925" cy="196250"/>
          </a:xfrm>
        </p:grpSpPr>
        <p:sp>
          <p:nvSpPr>
            <p:cNvPr id="2487" name="Google Shape;2487;p51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51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51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51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51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51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51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51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51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51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51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51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51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51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51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51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503" name="Google Shape;2503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64689" y="-802375"/>
            <a:ext cx="2527512" cy="268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5_1">
    <p:spTree>
      <p:nvGrpSpPr>
        <p:cNvPr id="1" name="Shape 2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5" name="Google Shape;2505;p52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 rot="10800000" flipH="1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6" name="Google Shape;2506;p52"/>
          <p:cNvPicPr preferRelativeResize="0"/>
          <p:nvPr/>
        </p:nvPicPr>
        <p:blipFill rotWithShape="1">
          <a:blip r:embed="rId3">
            <a:alphaModFix/>
          </a:blip>
          <a:srcRect l="229" r="239"/>
          <a:stretch/>
        </p:blipFill>
        <p:spPr>
          <a:xfrm flipH="1">
            <a:off x="-9" y="4016075"/>
            <a:ext cx="9353213" cy="26812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07" name="Google Shape;2507;p52"/>
          <p:cNvGrpSpPr/>
          <p:nvPr/>
        </p:nvGrpSpPr>
        <p:grpSpPr>
          <a:xfrm flipH="1">
            <a:off x="8483181" y="4016070"/>
            <a:ext cx="283332" cy="284718"/>
            <a:chOff x="423709" y="3302025"/>
            <a:chExt cx="216416" cy="217475"/>
          </a:xfrm>
        </p:grpSpPr>
        <p:sp>
          <p:nvSpPr>
            <p:cNvPr id="2508" name="Google Shape;2508;p52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52"/>
            <p:cNvSpPr/>
            <p:nvPr/>
          </p:nvSpPr>
          <p:spPr>
            <a:xfrm>
              <a:off x="423709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0" name="Google Shape;2510;p52"/>
          <p:cNvGrpSpPr/>
          <p:nvPr/>
        </p:nvGrpSpPr>
        <p:grpSpPr>
          <a:xfrm flipH="1">
            <a:off x="8175513" y="140497"/>
            <a:ext cx="2019176" cy="2019176"/>
            <a:chOff x="1943325" y="-220375"/>
            <a:chExt cx="1298672" cy="1298672"/>
          </a:xfrm>
        </p:grpSpPr>
        <p:sp>
          <p:nvSpPr>
            <p:cNvPr id="2511" name="Google Shape;2511;p52"/>
            <p:cNvSpPr/>
            <p:nvPr/>
          </p:nvSpPr>
          <p:spPr>
            <a:xfrm>
              <a:off x="2582255" y="-220375"/>
              <a:ext cx="49" cy="460871"/>
            </a:xfrm>
            <a:custGeom>
              <a:avLst/>
              <a:gdLst/>
              <a:ahLst/>
              <a:cxnLst/>
              <a:rect l="l" t="t" r="r" b="b"/>
              <a:pathLst>
                <a:path w="1" h="9432" fill="none" extrusionOk="0">
                  <a:moveTo>
                    <a:pt x="0" y="0"/>
                  </a:moveTo>
                  <a:lnTo>
                    <a:pt x="0" y="943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52"/>
            <p:cNvSpPr/>
            <p:nvPr/>
          </p:nvSpPr>
          <p:spPr>
            <a:xfrm>
              <a:off x="2414509" y="-195895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0" y="1"/>
                  </a:moveTo>
                  <a:lnTo>
                    <a:pt x="2431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52"/>
            <p:cNvSpPr/>
            <p:nvPr/>
          </p:nvSpPr>
          <p:spPr>
            <a:xfrm>
              <a:off x="2259027" y="-128024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0" y="0"/>
                  </a:moveTo>
                  <a:lnTo>
                    <a:pt x="4706" y="815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52"/>
            <p:cNvSpPr/>
            <p:nvPr/>
          </p:nvSpPr>
          <p:spPr>
            <a:xfrm>
              <a:off x="2126121" y="-22481"/>
              <a:ext cx="325180" cy="325180"/>
            </a:xfrm>
            <a:custGeom>
              <a:avLst/>
              <a:gdLst/>
              <a:ahLst/>
              <a:cxnLst/>
              <a:rect l="l" t="t" r="r" b="b"/>
              <a:pathLst>
                <a:path w="6655" h="6655" fill="none" extrusionOk="0">
                  <a:moveTo>
                    <a:pt x="1" y="0"/>
                  </a:moveTo>
                  <a:lnTo>
                    <a:pt x="6655" y="66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52"/>
            <p:cNvSpPr/>
            <p:nvPr/>
          </p:nvSpPr>
          <p:spPr>
            <a:xfrm>
              <a:off x="2025317" y="113211"/>
              <a:ext cx="398669" cy="230924"/>
            </a:xfrm>
            <a:custGeom>
              <a:avLst/>
              <a:gdLst/>
              <a:ahLst/>
              <a:cxnLst/>
              <a:rect l="l" t="t" r="r" b="b"/>
              <a:pathLst>
                <a:path w="8159" h="4726" fill="none" extrusionOk="0">
                  <a:moveTo>
                    <a:pt x="0" y="1"/>
                  </a:moveTo>
                  <a:lnTo>
                    <a:pt x="8158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52"/>
            <p:cNvSpPr/>
            <p:nvPr/>
          </p:nvSpPr>
          <p:spPr>
            <a:xfrm>
              <a:off x="1963114" y="270598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0" y="0"/>
                  </a:moveTo>
                  <a:lnTo>
                    <a:pt x="9103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2517;p52"/>
            <p:cNvSpPr/>
            <p:nvPr/>
          </p:nvSpPr>
          <p:spPr>
            <a:xfrm>
              <a:off x="1943325" y="439273"/>
              <a:ext cx="460871" cy="49"/>
            </a:xfrm>
            <a:custGeom>
              <a:avLst/>
              <a:gdLst/>
              <a:ahLst/>
              <a:cxnLst/>
              <a:rect l="l" t="t" r="r" b="b"/>
              <a:pathLst>
                <a:path w="9432" h="1" fill="none" extrusionOk="0">
                  <a:moveTo>
                    <a:pt x="0" y="1"/>
                  </a:moveTo>
                  <a:lnTo>
                    <a:pt x="9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2518;p52"/>
            <p:cNvSpPr/>
            <p:nvPr/>
          </p:nvSpPr>
          <p:spPr>
            <a:xfrm>
              <a:off x="1967805" y="487354"/>
              <a:ext cx="445821" cy="119713"/>
            </a:xfrm>
            <a:custGeom>
              <a:avLst/>
              <a:gdLst/>
              <a:ahLst/>
              <a:cxnLst/>
              <a:rect l="l" t="t" r="r" b="b"/>
              <a:pathLst>
                <a:path w="9124" h="2450" fill="none" extrusionOk="0">
                  <a:moveTo>
                    <a:pt x="1" y="2450"/>
                  </a:moveTo>
                  <a:lnTo>
                    <a:pt x="912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52"/>
            <p:cNvSpPr/>
            <p:nvPr/>
          </p:nvSpPr>
          <p:spPr>
            <a:xfrm>
              <a:off x="2035676" y="532600"/>
              <a:ext cx="398669" cy="229996"/>
            </a:xfrm>
            <a:custGeom>
              <a:avLst/>
              <a:gdLst/>
              <a:ahLst/>
              <a:cxnLst/>
              <a:rect l="l" t="t" r="r" b="b"/>
              <a:pathLst>
                <a:path w="8159" h="4707" fill="none" extrusionOk="0">
                  <a:moveTo>
                    <a:pt x="0" y="4706"/>
                  </a:moveTo>
                  <a:lnTo>
                    <a:pt x="815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52"/>
            <p:cNvSpPr/>
            <p:nvPr/>
          </p:nvSpPr>
          <p:spPr>
            <a:xfrm>
              <a:off x="2141219" y="569345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0" y="6674"/>
                  </a:moveTo>
                  <a:lnTo>
                    <a:pt x="667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52"/>
            <p:cNvSpPr/>
            <p:nvPr/>
          </p:nvSpPr>
          <p:spPr>
            <a:xfrm>
              <a:off x="2277840" y="597588"/>
              <a:ext cx="229996" cy="398718"/>
            </a:xfrm>
            <a:custGeom>
              <a:avLst/>
              <a:gdLst/>
              <a:ahLst/>
              <a:cxnLst/>
              <a:rect l="l" t="t" r="r" b="b"/>
              <a:pathLst>
                <a:path w="4707" h="8160" fill="none" extrusionOk="0">
                  <a:moveTo>
                    <a:pt x="1" y="8159"/>
                  </a:moveTo>
                  <a:lnTo>
                    <a:pt x="470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52"/>
            <p:cNvSpPr/>
            <p:nvPr/>
          </p:nvSpPr>
          <p:spPr>
            <a:xfrm>
              <a:off x="2435227" y="613615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1" y="9104"/>
                  </a:moveTo>
                  <a:lnTo>
                    <a:pt x="2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52"/>
            <p:cNvSpPr/>
            <p:nvPr/>
          </p:nvSpPr>
          <p:spPr>
            <a:xfrm>
              <a:off x="2602973" y="617377"/>
              <a:ext cx="49" cy="460920"/>
            </a:xfrm>
            <a:custGeom>
              <a:avLst/>
              <a:gdLst/>
              <a:ahLst/>
              <a:cxnLst/>
              <a:rect l="l" t="t" r="r" b="b"/>
              <a:pathLst>
                <a:path w="1" h="9433" fill="none" extrusionOk="0">
                  <a:moveTo>
                    <a:pt x="1" y="9432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52"/>
            <p:cNvSpPr/>
            <p:nvPr/>
          </p:nvSpPr>
          <p:spPr>
            <a:xfrm>
              <a:off x="2651982" y="607996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2431" y="91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52"/>
            <p:cNvSpPr/>
            <p:nvPr/>
          </p:nvSpPr>
          <p:spPr>
            <a:xfrm>
              <a:off x="2696300" y="586301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4706" y="8159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52"/>
            <p:cNvSpPr/>
            <p:nvPr/>
          </p:nvSpPr>
          <p:spPr>
            <a:xfrm>
              <a:off x="2733974" y="554247"/>
              <a:ext cx="325180" cy="326108"/>
            </a:xfrm>
            <a:custGeom>
              <a:avLst/>
              <a:gdLst/>
              <a:ahLst/>
              <a:cxnLst/>
              <a:rect l="l" t="t" r="r" b="b"/>
              <a:pathLst>
                <a:path w="6655" h="6674" fill="none" extrusionOk="0">
                  <a:moveTo>
                    <a:pt x="6655" y="66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52"/>
            <p:cNvSpPr/>
            <p:nvPr/>
          </p:nvSpPr>
          <p:spPr>
            <a:xfrm>
              <a:off x="2761288" y="513739"/>
              <a:ext cx="398718" cy="229996"/>
            </a:xfrm>
            <a:custGeom>
              <a:avLst/>
              <a:gdLst/>
              <a:ahLst/>
              <a:cxnLst/>
              <a:rect l="l" t="t" r="r" b="b"/>
              <a:pathLst>
                <a:path w="8160" h="4707" fill="none" extrusionOk="0">
                  <a:moveTo>
                    <a:pt x="8159" y="4706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52"/>
            <p:cNvSpPr/>
            <p:nvPr/>
          </p:nvSpPr>
          <p:spPr>
            <a:xfrm>
              <a:off x="2777315" y="466636"/>
              <a:ext cx="444893" cy="119713"/>
            </a:xfrm>
            <a:custGeom>
              <a:avLst/>
              <a:gdLst/>
              <a:ahLst/>
              <a:cxnLst/>
              <a:rect l="l" t="t" r="r" b="b"/>
              <a:pathLst>
                <a:path w="9105" h="2450" fill="none" extrusionOk="0">
                  <a:moveTo>
                    <a:pt x="9104" y="2449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52"/>
            <p:cNvSpPr/>
            <p:nvPr/>
          </p:nvSpPr>
          <p:spPr>
            <a:xfrm>
              <a:off x="2781077" y="417626"/>
              <a:ext cx="460920" cy="49"/>
            </a:xfrm>
            <a:custGeom>
              <a:avLst/>
              <a:gdLst/>
              <a:ahLst/>
              <a:cxnLst/>
              <a:rect l="l" t="t" r="r" b="b"/>
              <a:pathLst>
                <a:path w="9433" h="1" fill="none" extrusionOk="0">
                  <a:moveTo>
                    <a:pt x="9432" y="0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52"/>
            <p:cNvSpPr/>
            <p:nvPr/>
          </p:nvSpPr>
          <p:spPr>
            <a:xfrm>
              <a:off x="2771696" y="249880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9103" y="0"/>
                  </a:moveTo>
                  <a:lnTo>
                    <a:pt x="0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52"/>
            <p:cNvSpPr/>
            <p:nvPr/>
          </p:nvSpPr>
          <p:spPr>
            <a:xfrm>
              <a:off x="2750929" y="94350"/>
              <a:ext cx="398718" cy="230973"/>
            </a:xfrm>
            <a:custGeom>
              <a:avLst/>
              <a:gdLst/>
              <a:ahLst/>
              <a:cxnLst/>
              <a:rect l="l" t="t" r="r" b="b"/>
              <a:pathLst>
                <a:path w="8160" h="4727" fill="none" extrusionOk="0">
                  <a:moveTo>
                    <a:pt x="8159" y="1"/>
                  </a:moveTo>
                  <a:lnTo>
                    <a:pt x="1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52"/>
            <p:cNvSpPr/>
            <p:nvPr/>
          </p:nvSpPr>
          <p:spPr>
            <a:xfrm>
              <a:off x="2717947" y="-38508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6674" y="0"/>
                  </a:moveTo>
                  <a:lnTo>
                    <a:pt x="1" y="667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52"/>
            <p:cNvSpPr/>
            <p:nvPr/>
          </p:nvSpPr>
          <p:spPr>
            <a:xfrm>
              <a:off x="2677439" y="-139361"/>
              <a:ext cx="229996" cy="399646"/>
            </a:xfrm>
            <a:custGeom>
              <a:avLst/>
              <a:gdLst/>
              <a:ahLst/>
              <a:cxnLst/>
              <a:rect l="l" t="t" r="r" b="b"/>
              <a:pathLst>
                <a:path w="4707" h="8179" fill="none" extrusionOk="0">
                  <a:moveTo>
                    <a:pt x="4706" y="1"/>
                  </a:moveTo>
                  <a:lnTo>
                    <a:pt x="0" y="817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52"/>
            <p:cNvSpPr/>
            <p:nvPr/>
          </p:nvSpPr>
          <p:spPr>
            <a:xfrm>
              <a:off x="2631264" y="-201563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2430" y="1"/>
                  </a:moveTo>
                  <a:lnTo>
                    <a:pt x="0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52"/>
            <p:cNvSpPr/>
            <p:nvPr/>
          </p:nvSpPr>
          <p:spPr>
            <a:xfrm>
              <a:off x="2607712" y="-215684"/>
              <a:ext cx="62251" cy="456180"/>
            </a:xfrm>
            <a:custGeom>
              <a:avLst/>
              <a:gdLst/>
              <a:ahLst/>
              <a:cxnLst/>
              <a:rect l="l" t="t" r="r" b="b"/>
              <a:pathLst>
                <a:path w="1274" h="9336" fill="none" extrusionOk="0">
                  <a:moveTo>
                    <a:pt x="1273" y="0"/>
                  </a:moveTo>
                  <a:lnTo>
                    <a:pt x="0" y="933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52"/>
            <p:cNvSpPr/>
            <p:nvPr/>
          </p:nvSpPr>
          <p:spPr>
            <a:xfrm>
              <a:off x="2500263" y="-213779"/>
              <a:ext cx="57511" cy="457109"/>
            </a:xfrm>
            <a:custGeom>
              <a:avLst/>
              <a:gdLst/>
              <a:ahLst/>
              <a:cxnLst/>
              <a:rect l="l" t="t" r="r" b="b"/>
              <a:pathLst>
                <a:path w="1177" h="9355" fill="none" extrusionOk="0">
                  <a:moveTo>
                    <a:pt x="1" y="0"/>
                  </a:moveTo>
                  <a:lnTo>
                    <a:pt x="1177" y="93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52"/>
            <p:cNvSpPr/>
            <p:nvPr/>
          </p:nvSpPr>
          <p:spPr>
            <a:xfrm>
              <a:off x="2337208" y="-168580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1" y="1"/>
                  </a:moveTo>
                  <a:lnTo>
                    <a:pt x="3569" y="873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52"/>
            <p:cNvSpPr/>
            <p:nvPr/>
          </p:nvSpPr>
          <p:spPr>
            <a:xfrm>
              <a:off x="2191157" y="-8184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0" y="0"/>
                  </a:moveTo>
                  <a:lnTo>
                    <a:pt x="5709" y="750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52"/>
            <p:cNvSpPr/>
            <p:nvPr/>
          </p:nvSpPr>
          <p:spPr>
            <a:xfrm>
              <a:off x="2072420" y="39722"/>
              <a:ext cx="364759" cy="281790"/>
            </a:xfrm>
            <a:custGeom>
              <a:avLst/>
              <a:gdLst/>
              <a:ahLst/>
              <a:cxnLst/>
              <a:rect l="l" t="t" r="r" b="b"/>
              <a:pathLst>
                <a:path w="7465" h="5767" fill="none" extrusionOk="0">
                  <a:moveTo>
                    <a:pt x="0" y="0"/>
                  </a:moveTo>
                  <a:lnTo>
                    <a:pt x="7464" y="5767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52"/>
            <p:cNvSpPr/>
            <p:nvPr/>
          </p:nvSpPr>
          <p:spPr>
            <a:xfrm>
              <a:off x="1989500" y="187678"/>
              <a:ext cx="425055" cy="178153"/>
            </a:xfrm>
            <a:custGeom>
              <a:avLst/>
              <a:gdLst/>
              <a:ahLst/>
              <a:cxnLst/>
              <a:rect l="l" t="t" r="r" b="b"/>
              <a:pathLst>
                <a:path w="8699" h="3646" fill="none" extrusionOk="0">
                  <a:moveTo>
                    <a:pt x="0" y="0"/>
                  </a:moveTo>
                  <a:lnTo>
                    <a:pt x="8698" y="364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52"/>
            <p:cNvSpPr/>
            <p:nvPr/>
          </p:nvSpPr>
          <p:spPr>
            <a:xfrm>
              <a:off x="1948016" y="351662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1" y="0"/>
                  </a:moveTo>
                  <a:lnTo>
                    <a:pt x="9335" y="127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52"/>
            <p:cNvSpPr/>
            <p:nvPr/>
          </p:nvSpPr>
          <p:spPr>
            <a:xfrm>
              <a:off x="1949921" y="462824"/>
              <a:ext cx="457109" cy="58488"/>
            </a:xfrm>
            <a:custGeom>
              <a:avLst/>
              <a:gdLst/>
              <a:ahLst/>
              <a:cxnLst/>
              <a:rect l="l" t="t" r="r" b="b"/>
              <a:pathLst>
                <a:path w="9355" h="1197" fill="none" extrusionOk="0">
                  <a:moveTo>
                    <a:pt x="0" y="1197"/>
                  </a:moveTo>
                  <a:lnTo>
                    <a:pt x="9354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52"/>
            <p:cNvSpPr/>
            <p:nvPr/>
          </p:nvSpPr>
          <p:spPr>
            <a:xfrm>
              <a:off x="1996097" y="509977"/>
              <a:ext cx="425983" cy="174390"/>
            </a:xfrm>
            <a:custGeom>
              <a:avLst/>
              <a:gdLst/>
              <a:ahLst/>
              <a:cxnLst/>
              <a:rect l="l" t="t" r="r" b="b"/>
              <a:pathLst>
                <a:path w="8718" h="3569" fill="none" extrusionOk="0">
                  <a:moveTo>
                    <a:pt x="0" y="3568"/>
                  </a:moveTo>
                  <a:lnTo>
                    <a:pt x="871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52"/>
            <p:cNvSpPr/>
            <p:nvPr/>
          </p:nvSpPr>
          <p:spPr>
            <a:xfrm>
              <a:off x="2081851" y="551413"/>
              <a:ext cx="367593" cy="279005"/>
            </a:xfrm>
            <a:custGeom>
              <a:avLst/>
              <a:gdLst/>
              <a:ahLst/>
              <a:cxnLst/>
              <a:rect l="l" t="t" r="r" b="b"/>
              <a:pathLst>
                <a:path w="7523" h="5710" fill="none" extrusionOk="0">
                  <a:moveTo>
                    <a:pt x="0" y="5710"/>
                  </a:moveTo>
                  <a:lnTo>
                    <a:pt x="7522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52"/>
            <p:cNvSpPr/>
            <p:nvPr/>
          </p:nvSpPr>
          <p:spPr>
            <a:xfrm>
              <a:off x="2203422" y="584395"/>
              <a:ext cx="281790" cy="363830"/>
            </a:xfrm>
            <a:custGeom>
              <a:avLst/>
              <a:gdLst/>
              <a:ahLst/>
              <a:cxnLst/>
              <a:rect l="l" t="t" r="r" b="b"/>
              <a:pathLst>
                <a:path w="5767" h="7446" fill="none" extrusionOk="0">
                  <a:moveTo>
                    <a:pt x="0" y="7446"/>
                  </a:moveTo>
                  <a:lnTo>
                    <a:pt x="576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52"/>
            <p:cNvSpPr/>
            <p:nvPr/>
          </p:nvSpPr>
          <p:spPr>
            <a:xfrm>
              <a:off x="2351378" y="607018"/>
              <a:ext cx="178153" cy="424126"/>
            </a:xfrm>
            <a:custGeom>
              <a:avLst/>
              <a:gdLst/>
              <a:ahLst/>
              <a:cxnLst/>
              <a:rect l="l" t="t" r="r" b="b"/>
              <a:pathLst>
                <a:path w="3646" h="8680" fill="none" extrusionOk="0">
                  <a:moveTo>
                    <a:pt x="0" y="8680"/>
                  </a:moveTo>
                  <a:lnTo>
                    <a:pt x="3645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52"/>
            <p:cNvSpPr/>
            <p:nvPr/>
          </p:nvSpPr>
          <p:spPr>
            <a:xfrm>
              <a:off x="2515362" y="616449"/>
              <a:ext cx="62251" cy="457109"/>
            </a:xfrm>
            <a:custGeom>
              <a:avLst/>
              <a:gdLst/>
              <a:ahLst/>
              <a:cxnLst/>
              <a:rect l="l" t="t" r="r" b="b"/>
              <a:pathLst>
                <a:path w="1274" h="9355" fill="none" extrusionOk="0">
                  <a:moveTo>
                    <a:pt x="0" y="9355"/>
                  </a:moveTo>
                  <a:lnTo>
                    <a:pt x="1273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52"/>
            <p:cNvSpPr/>
            <p:nvPr/>
          </p:nvSpPr>
          <p:spPr>
            <a:xfrm>
              <a:off x="2626524" y="614592"/>
              <a:ext cx="58488" cy="457109"/>
            </a:xfrm>
            <a:custGeom>
              <a:avLst/>
              <a:gdLst/>
              <a:ahLst/>
              <a:cxnLst/>
              <a:rect l="l" t="t" r="r" b="b"/>
              <a:pathLst>
                <a:path w="1197" h="9355" fill="none" extrusionOk="0">
                  <a:moveTo>
                    <a:pt x="1197" y="9354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52"/>
            <p:cNvSpPr/>
            <p:nvPr/>
          </p:nvSpPr>
          <p:spPr>
            <a:xfrm>
              <a:off x="2673677" y="598565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3568" y="8737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52"/>
            <p:cNvSpPr/>
            <p:nvPr/>
          </p:nvSpPr>
          <p:spPr>
            <a:xfrm>
              <a:off x="2715113" y="57217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5710" y="75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52"/>
            <p:cNvSpPr/>
            <p:nvPr/>
          </p:nvSpPr>
          <p:spPr>
            <a:xfrm>
              <a:off x="2748095" y="535386"/>
              <a:ext cx="364759" cy="281839"/>
            </a:xfrm>
            <a:custGeom>
              <a:avLst/>
              <a:gdLst/>
              <a:ahLst/>
              <a:cxnLst/>
              <a:rect l="l" t="t" r="r" b="b"/>
              <a:pathLst>
                <a:path w="7465" h="5768" fill="none" extrusionOk="0">
                  <a:moveTo>
                    <a:pt x="7465" y="5768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52"/>
            <p:cNvSpPr/>
            <p:nvPr/>
          </p:nvSpPr>
          <p:spPr>
            <a:xfrm>
              <a:off x="2770718" y="491116"/>
              <a:ext cx="424126" cy="179081"/>
            </a:xfrm>
            <a:custGeom>
              <a:avLst/>
              <a:gdLst/>
              <a:ahLst/>
              <a:cxnLst/>
              <a:rect l="l" t="t" r="r" b="b"/>
              <a:pathLst>
                <a:path w="8680" h="3665" fill="none" extrusionOk="0">
                  <a:moveTo>
                    <a:pt x="8680" y="3665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52"/>
            <p:cNvSpPr/>
            <p:nvPr/>
          </p:nvSpPr>
          <p:spPr>
            <a:xfrm>
              <a:off x="2781077" y="443035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9336" y="12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52"/>
            <p:cNvSpPr/>
            <p:nvPr/>
          </p:nvSpPr>
          <p:spPr>
            <a:xfrm>
              <a:off x="2778292" y="335635"/>
              <a:ext cx="457109" cy="58440"/>
            </a:xfrm>
            <a:custGeom>
              <a:avLst/>
              <a:gdLst/>
              <a:ahLst/>
              <a:cxnLst/>
              <a:rect l="l" t="t" r="r" b="b"/>
              <a:pathLst>
                <a:path w="9355" h="1196" fill="none" extrusionOk="0">
                  <a:moveTo>
                    <a:pt x="9354" y="0"/>
                  </a:moveTo>
                  <a:lnTo>
                    <a:pt x="0" y="119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52"/>
            <p:cNvSpPr/>
            <p:nvPr/>
          </p:nvSpPr>
          <p:spPr>
            <a:xfrm>
              <a:off x="2763194" y="172579"/>
              <a:ext cx="426032" cy="174390"/>
            </a:xfrm>
            <a:custGeom>
              <a:avLst/>
              <a:gdLst/>
              <a:ahLst/>
              <a:cxnLst/>
              <a:rect l="l" t="t" r="r" b="b"/>
              <a:pathLst>
                <a:path w="8719" h="3569" fill="none" extrusionOk="0">
                  <a:moveTo>
                    <a:pt x="8718" y="1"/>
                  </a:moveTo>
                  <a:lnTo>
                    <a:pt x="1" y="3569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52"/>
            <p:cNvSpPr/>
            <p:nvPr/>
          </p:nvSpPr>
          <p:spPr>
            <a:xfrm>
              <a:off x="2735879" y="27457"/>
              <a:ext cx="366615" cy="278076"/>
            </a:xfrm>
            <a:custGeom>
              <a:avLst/>
              <a:gdLst/>
              <a:ahLst/>
              <a:cxnLst/>
              <a:rect l="l" t="t" r="r" b="b"/>
              <a:pathLst>
                <a:path w="7503" h="5691" fill="none" extrusionOk="0">
                  <a:moveTo>
                    <a:pt x="7503" y="0"/>
                  </a:moveTo>
                  <a:lnTo>
                    <a:pt x="0" y="569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52"/>
            <p:cNvSpPr/>
            <p:nvPr/>
          </p:nvSpPr>
          <p:spPr>
            <a:xfrm>
              <a:off x="2699135" y="-91280"/>
              <a:ext cx="282767" cy="364759"/>
            </a:xfrm>
            <a:custGeom>
              <a:avLst/>
              <a:gdLst/>
              <a:ahLst/>
              <a:cxnLst/>
              <a:rect l="l" t="t" r="r" b="b"/>
              <a:pathLst>
                <a:path w="5787" h="7465" fill="none" extrusionOk="0">
                  <a:moveTo>
                    <a:pt x="5786" y="0"/>
                  </a:moveTo>
                  <a:lnTo>
                    <a:pt x="0" y="746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52"/>
            <p:cNvSpPr/>
            <p:nvPr/>
          </p:nvSpPr>
          <p:spPr>
            <a:xfrm>
              <a:off x="2655744" y="-174200"/>
              <a:ext cx="178153" cy="425055"/>
            </a:xfrm>
            <a:custGeom>
              <a:avLst/>
              <a:gdLst/>
              <a:ahLst/>
              <a:cxnLst/>
              <a:rect l="l" t="t" r="r" b="b"/>
              <a:pathLst>
                <a:path w="3646" h="8699" fill="none" extrusionOk="0">
                  <a:moveTo>
                    <a:pt x="3646" y="0"/>
                  </a:moveTo>
                  <a:lnTo>
                    <a:pt x="1" y="869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9" name="Google Shape;2559;p52"/>
          <p:cNvGrpSpPr/>
          <p:nvPr/>
        </p:nvGrpSpPr>
        <p:grpSpPr>
          <a:xfrm flipH="1">
            <a:off x="-467701" y="3429220"/>
            <a:ext cx="1965289" cy="517060"/>
            <a:chOff x="3539975" y="3523525"/>
            <a:chExt cx="745925" cy="196250"/>
          </a:xfrm>
        </p:grpSpPr>
        <p:sp>
          <p:nvSpPr>
            <p:cNvPr id="2560" name="Google Shape;2560;p52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52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52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52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52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52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52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52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52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52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52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52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52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52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52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52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576" name="Google Shape;2576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-403499" y="-646075"/>
            <a:ext cx="2527512" cy="268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9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 rot="10800000" flipH="1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9"/>
          <p:cNvSpPr txBox="1">
            <a:spLocks noGrp="1"/>
          </p:cNvSpPr>
          <p:nvPr>
            <p:ph type="title"/>
          </p:nvPr>
        </p:nvSpPr>
        <p:spPr>
          <a:xfrm>
            <a:off x="803348" y="1764416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88" name="Google Shape;388;p9"/>
          <p:cNvSpPr txBox="1">
            <a:spLocks noGrp="1"/>
          </p:cNvSpPr>
          <p:nvPr>
            <p:ph type="subTitle" idx="1"/>
          </p:nvPr>
        </p:nvSpPr>
        <p:spPr>
          <a:xfrm>
            <a:off x="803350" y="2483809"/>
            <a:ext cx="4635900" cy="13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7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89" name="Google Shape;389;p9"/>
          <p:cNvGrpSpPr/>
          <p:nvPr/>
        </p:nvGrpSpPr>
        <p:grpSpPr>
          <a:xfrm>
            <a:off x="391864" y="4307270"/>
            <a:ext cx="289170" cy="284718"/>
            <a:chOff x="426000" y="3302025"/>
            <a:chExt cx="220875" cy="217475"/>
          </a:xfrm>
        </p:grpSpPr>
        <p:sp>
          <p:nvSpPr>
            <p:cNvPr id="390" name="Google Shape;390;p9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9"/>
            <p:cNvSpPr/>
            <p:nvPr/>
          </p:nvSpPr>
          <p:spPr>
            <a:xfrm>
              <a:off x="432750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2" name="Google Shape;392;p9"/>
          <p:cNvGrpSpPr/>
          <p:nvPr/>
        </p:nvGrpSpPr>
        <p:grpSpPr>
          <a:xfrm>
            <a:off x="4724908" y="599573"/>
            <a:ext cx="793256" cy="182899"/>
            <a:chOff x="2685575" y="2835950"/>
            <a:chExt cx="433000" cy="99825"/>
          </a:xfrm>
        </p:grpSpPr>
        <p:sp>
          <p:nvSpPr>
            <p:cNvPr id="393" name="Google Shape;393;p9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9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9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9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9"/>
          <p:cNvGrpSpPr/>
          <p:nvPr/>
        </p:nvGrpSpPr>
        <p:grpSpPr>
          <a:xfrm>
            <a:off x="3091076" y="4281547"/>
            <a:ext cx="2019176" cy="2019176"/>
            <a:chOff x="1943325" y="-220375"/>
            <a:chExt cx="1298672" cy="1298672"/>
          </a:xfrm>
        </p:grpSpPr>
        <p:sp>
          <p:nvSpPr>
            <p:cNvPr id="398" name="Google Shape;398;p9"/>
            <p:cNvSpPr/>
            <p:nvPr/>
          </p:nvSpPr>
          <p:spPr>
            <a:xfrm>
              <a:off x="2582255" y="-220375"/>
              <a:ext cx="49" cy="460871"/>
            </a:xfrm>
            <a:custGeom>
              <a:avLst/>
              <a:gdLst/>
              <a:ahLst/>
              <a:cxnLst/>
              <a:rect l="l" t="t" r="r" b="b"/>
              <a:pathLst>
                <a:path w="1" h="9432" fill="none" extrusionOk="0">
                  <a:moveTo>
                    <a:pt x="0" y="0"/>
                  </a:moveTo>
                  <a:lnTo>
                    <a:pt x="0" y="943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9"/>
            <p:cNvSpPr/>
            <p:nvPr/>
          </p:nvSpPr>
          <p:spPr>
            <a:xfrm>
              <a:off x="2414509" y="-195895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0" y="1"/>
                  </a:moveTo>
                  <a:lnTo>
                    <a:pt x="2431" y="9104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9"/>
            <p:cNvSpPr/>
            <p:nvPr/>
          </p:nvSpPr>
          <p:spPr>
            <a:xfrm>
              <a:off x="2259027" y="-128024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0" y="0"/>
                  </a:moveTo>
                  <a:lnTo>
                    <a:pt x="4706" y="8158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9"/>
            <p:cNvSpPr/>
            <p:nvPr/>
          </p:nvSpPr>
          <p:spPr>
            <a:xfrm>
              <a:off x="2126121" y="-22481"/>
              <a:ext cx="325180" cy="325180"/>
            </a:xfrm>
            <a:custGeom>
              <a:avLst/>
              <a:gdLst/>
              <a:ahLst/>
              <a:cxnLst/>
              <a:rect l="l" t="t" r="r" b="b"/>
              <a:pathLst>
                <a:path w="6655" h="6655" fill="none" extrusionOk="0">
                  <a:moveTo>
                    <a:pt x="1" y="0"/>
                  </a:moveTo>
                  <a:lnTo>
                    <a:pt x="6655" y="6654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9"/>
            <p:cNvSpPr/>
            <p:nvPr/>
          </p:nvSpPr>
          <p:spPr>
            <a:xfrm>
              <a:off x="2025317" y="113211"/>
              <a:ext cx="398669" cy="230924"/>
            </a:xfrm>
            <a:custGeom>
              <a:avLst/>
              <a:gdLst/>
              <a:ahLst/>
              <a:cxnLst/>
              <a:rect l="l" t="t" r="r" b="b"/>
              <a:pathLst>
                <a:path w="8159" h="4726" fill="none" extrusionOk="0">
                  <a:moveTo>
                    <a:pt x="0" y="1"/>
                  </a:moveTo>
                  <a:lnTo>
                    <a:pt x="8158" y="4726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9"/>
            <p:cNvSpPr/>
            <p:nvPr/>
          </p:nvSpPr>
          <p:spPr>
            <a:xfrm>
              <a:off x="1963114" y="270598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0" y="0"/>
                  </a:moveTo>
                  <a:lnTo>
                    <a:pt x="9103" y="245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9"/>
            <p:cNvSpPr/>
            <p:nvPr/>
          </p:nvSpPr>
          <p:spPr>
            <a:xfrm>
              <a:off x="1943325" y="439273"/>
              <a:ext cx="460871" cy="49"/>
            </a:xfrm>
            <a:custGeom>
              <a:avLst/>
              <a:gdLst/>
              <a:ahLst/>
              <a:cxnLst/>
              <a:rect l="l" t="t" r="r" b="b"/>
              <a:pathLst>
                <a:path w="9432" h="1" fill="none" extrusionOk="0">
                  <a:moveTo>
                    <a:pt x="0" y="1"/>
                  </a:moveTo>
                  <a:lnTo>
                    <a:pt x="943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9"/>
            <p:cNvSpPr/>
            <p:nvPr/>
          </p:nvSpPr>
          <p:spPr>
            <a:xfrm>
              <a:off x="1967805" y="487354"/>
              <a:ext cx="445821" cy="119713"/>
            </a:xfrm>
            <a:custGeom>
              <a:avLst/>
              <a:gdLst/>
              <a:ahLst/>
              <a:cxnLst/>
              <a:rect l="l" t="t" r="r" b="b"/>
              <a:pathLst>
                <a:path w="9124" h="2450" fill="none" extrusionOk="0">
                  <a:moveTo>
                    <a:pt x="1" y="2450"/>
                  </a:moveTo>
                  <a:lnTo>
                    <a:pt x="9123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9"/>
            <p:cNvSpPr/>
            <p:nvPr/>
          </p:nvSpPr>
          <p:spPr>
            <a:xfrm>
              <a:off x="2035676" y="532600"/>
              <a:ext cx="398669" cy="229996"/>
            </a:xfrm>
            <a:custGeom>
              <a:avLst/>
              <a:gdLst/>
              <a:ahLst/>
              <a:cxnLst/>
              <a:rect l="l" t="t" r="r" b="b"/>
              <a:pathLst>
                <a:path w="8159" h="4707" fill="none" extrusionOk="0">
                  <a:moveTo>
                    <a:pt x="0" y="4706"/>
                  </a:moveTo>
                  <a:lnTo>
                    <a:pt x="8158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9"/>
            <p:cNvSpPr/>
            <p:nvPr/>
          </p:nvSpPr>
          <p:spPr>
            <a:xfrm>
              <a:off x="2141219" y="569345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0" y="6674"/>
                  </a:moveTo>
                  <a:lnTo>
                    <a:pt x="6673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9"/>
            <p:cNvSpPr/>
            <p:nvPr/>
          </p:nvSpPr>
          <p:spPr>
            <a:xfrm>
              <a:off x="2277840" y="597588"/>
              <a:ext cx="229996" cy="398718"/>
            </a:xfrm>
            <a:custGeom>
              <a:avLst/>
              <a:gdLst/>
              <a:ahLst/>
              <a:cxnLst/>
              <a:rect l="l" t="t" r="r" b="b"/>
              <a:pathLst>
                <a:path w="4707" h="8160" fill="none" extrusionOk="0">
                  <a:moveTo>
                    <a:pt x="1" y="8159"/>
                  </a:moveTo>
                  <a:lnTo>
                    <a:pt x="4707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9"/>
            <p:cNvSpPr/>
            <p:nvPr/>
          </p:nvSpPr>
          <p:spPr>
            <a:xfrm>
              <a:off x="2435227" y="613615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1" y="9104"/>
                  </a:moveTo>
                  <a:lnTo>
                    <a:pt x="243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9"/>
            <p:cNvSpPr/>
            <p:nvPr/>
          </p:nvSpPr>
          <p:spPr>
            <a:xfrm>
              <a:off x="2602973" y="617377"/>
              <a:ext cx="49" cy="460920"/>
            </a:xfrm>
            <a:custGeom>
              <a:avLst/>
              <a:gdLst/>
              <a:ahLst/>
              <a:cxnLst/>
              <a:rect l="l" t="t" r="r" b="b"/>
              <a:pathLst>
                <a:path w="1" h="9433" fill="none" extrusionOk="0">
                  <a:moveTo>
                    <a:pt x="1" y="9432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9"/>
            <p:cNvSpPr/>
            <p:nvPr/>
          </p:nvSpPr>
          <p:spPr>
            <a:xfrm>
              <a:off x="2651982" y="607996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2431" y="9103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9"/>
            <p:cNvSpPr/>
            <p:nvPr/>
          </p:nvSpPr>
          <p:spPr>
            <a:xfrm>
              <a:off x="2696300" y="586301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4706" y="8159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9"/>
            <p:cNvSpPr/>
            <p:nvPr/>
          </p:nvSpPr>
          <p:spPr>
            <a:xfrm>
              <a:off x="2733974" y="554247"/>
              <a:ext cx="325180" cy="326108"/>
            </a:xfrm>
            <a:custGeom>
              <a:avLst/>
              <a:gdLst/>
              <a:ahLst/>
              <a:cxnLst/>
              <a:rect l="l" t="t" r="r" b="b"/>
              <a:pathLst>
                <a:path w="6655" h="6674" fill="none" extrusionOk="0">
                  <a:moveTo>
                    <a:pt x="6655" y="6674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9"/>
            <p:cNvSpPr/>
            <p:nvPr/>
          </p:nvSpPr>
          <p:spPr>
            <a:xfrm>
              <a:off x="2761288" y="513739"/>
              <a:ext cx="398718" cy="229996"/>
            </a:xfrm>
            <a:custGeom>
              <a:avLst/>
              <a:gdLst/>
              <a:ahLst/>
              <a:cxnLst/>
              <a:rect l="l" t="t" r="r" b="b"/>
              <a:pathLst>
                <a:path w="8160" h="4707" fill="none" extrusionOk="0">
                  <a:moveTo>
                    <a:pt x="8159" y="4706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9"/>
            <p:cNvSpPr/>
            <p:nvPr/>
          </p:nvSpPr>
          <p:spPr>
            <a:xfrm>
              <a:off x="2777315" y="466636"/>
              <a:ext cx="444893" cy="119713"/>
            </a:xfrm>
            <a:custGeom>
              <a:avLst/>
              <a:gdLst/>
              <a:ahLst/>
              <a:cxnLst/>
              <a:rect l="l" t="t" r="r" b="b"/>
              <a:pathLst>
                <a:path w="9105" h="2450" fill="none" extrusionOk="0">
                  <a:moveTo>
                    <a:pt x="9104" y="2449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9"/>
            <p:cNvSpPr/>
            <p:nvPr/>
          </p:nvSpPr>
          <p:spPr>
            <a:xfrm>
              <a:off x="2781077" y="417626"/>
              <a:ext cx="460920" cy="49"/>
            </a:xfrm>
            <a:custGeom>
              <a:avLst/>
              <a:gdLst/>
              <a:ahLst/>
              <a:cxnLst/>
              <a:rect l="l" t="t" r="r" b="b"/>
              <a:pathLst>
                <a:path w="9433" h="1" fill="none" extrusionOk="0">
                  <a:moveTo>
                    <a:pt x="9432" y="0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9"/>
            <p:cNvSpPr/>
            <p:nvPr/>
          </p:nvSpPr>
          <p:spPr>
            <a:xfrm>
              <a:off x="2771696" y="249880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9103" y="0"/>
                  </a:moveTo>
                  <a:lnTo>
                    <a:pt x="0" y="245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9"/>
            <p:cNvSpPr/>
            <p:nvPr/>
          </p:nvSpPr>
          <p:spPr>
            <a:xfrm>
              <a:off x="2750929" y="94350"/>
              <a:ext cx="398718" cy="230973"/>
            </a:xfrm>
            <a:custGeom>
              <a:avLst/>
              <a:gdLst/>
              <a:ahLst/>
              <a:cxnLst/>
              <a:rect l="l" t="t" r="r" b="b"/>
              <a:pathLst>
                <a:path w="8160" h="4727" fill="none" extrusionOk="0">
                  <a:moveTo>
                    <a:pt x="8159" y="1"/>
                  </a:moveTo>
                  <a:lnTo>
                    <a:pt x="1" y="4726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9"/>
            <p:cNvSpPr/>
            <p:nvPr/>
          </p:nvSpPr>
          <p:spPr>
            <a:xfrm>
              <a:off x="2717947" y="-38508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6674" y="0"/>
                  </a:moveTo>
                  <a:lnTo>
                    <a:pt x="1" y="6674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9"/>
            <p:cNvSpPr/>
            <p:nvPr/>
          </p:nvSpPr>
          <p:spPr>
            <a:xfrm>
              <a:off x="2677439" y="-139361"/>
              <a:ext cx="229996" cy="399646"/>
            </a:xfrm>
            <a:custGeom>
              <a:avLst/>
              <a:gdLst/>
              <a:ahLst/>
              <a:cxnLst/>
              <a:rect l="l" t="t" r="r" b="b"/>
              <a:pathLst>
                <a:path w="4707" h="8179" fill="none" extrusionOk="0">
                  <a:moveTo>
                    <a:pt x="4706" y="1"/>
                  </a:moveTo>
                  <a:lnTo>
                    <a:pt x="0" y="8178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9"/>
            <p:cNvSpPr/>
            <p:nvPr/>
          </p:nvSpPr>
          <p:spPr>
            <a:xfrm>
              <a:off x="2631264" y="-201563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2430" y="1"/>
                  </a:moveTo>
                  <a:lnTo>
                    <a:pt x="0" y="9104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9"/>
            <p:cNvSpPr/>
            <p:nvPr/>
          </p:nvSpPr>
          <p:spPr>
            <a:xfrm>
              <a:off x="2607712" y="-215684"/>
              <a:ext cx="62251" cy="456180"/>
            </a:xfrm>
            <a:custGeom>
              <a:avLst/>
              <a:gdLst/>
              <a:ahLst/>
              <a:cxnLst/>
              <a:rect l="l" t="t" r="r" b="b"/>
              <a:pathLst>
                <a:path w="1274" h="9336" fill="none" extrusionOk="0">
                  <a:moveTo>
                    <a:pt x="1273" y="0"/>
                  </a:moveTo>
                  <a:lnTo>
                    <a:pt x="0" y="9335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9"/>
            <p:cNvSpPr/>
            <p:nvPr/>
          </p:nvSpPr>
          <p:spPr>
            <a:xfrm>
              <a:off x="2500263" y="-213779"/>
              <a:ext cx="57511" cy="457109"/>
            </a:xfrm>
            <a:custGeom>
              <a:avLst/>
              <a:gdLst/>
              <a:ahLst/>
              <a:cxnLst/>
              <a:rect l="l" t="t" r="r" b="b"/>
              <a:pathLst>
                <a:path w="1177" h="9355" fill="none" extrusionOk="0">
                  <a:moveTo>
                    <a:pt x="1" y="0"/>
                  </a:moveTo>
                  <a:lnTo>
                    <a:pt x="1177" y="9354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9"/>
            <p:cNvSpPr/>
            <p:nvPr/>
          </p:nvSpPr>
          <p:spPr>
            <a:xfrm>
              <a:off x="2337208" y="-168580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1" y="1"/>
                  </a:moveTo>
                  <a:lnTo>
                    <a:pt x="3569" y="8738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9"/>
            <p:cNvSpPr/>
            <p:nvPr/>
          </p:nvSpPr>
          <p:spPr>
            <a:xfrm>
              <a:off x="2191157" y="-8184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0" y="0"/>
                  </a:moveTo>
                  <a:lnTo>
                    <a:pt x="5709" y="7503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9"/>
            <p:cNvSpPr/>
            <p:nvPr/>
          </p:nvSpPr>
          <p:spPr>
            <a:xfrm>
              <a:off x="2072420" y="39722"/>
              <a:ext cx="364759" cy="281790"/>
            </a:xfrm>
            <a:custGeom>
              <a:avLst/>
              <a:gdLst/>
              <a:ahLst/>
              <a:cxnLst/>
              <a:rect l="l" t="t" r="r" b="b"/>
              <a:pathLst>
                <a:path w="7465" h="5767" fill="none" extrusionOk="0">
                  <a:moveTo>
                    <a:pt x="0" y="0"/>
                  </a:moveTo>
                  <a:lnTo>
                    <a:pt x="7464" y="5767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9"/>
            <p:cNvSpPr/>
            <p:nvPr/>
          </p:nvSpPr>
          <p:spPr>
            <a:xfrm>
              <a:off x="1989500" y="187678"/>
              <a:ext cx="425055" cy="178153"/>
            </a:xfrm>
            <a:custGeom>
              <a:avLst/>
              <a:gdLst/>
              <a:ahLst/>
              <a:cxnLst/>
              <a:rect l="l" t="t" r="r" b="b"/>
              <a:pathLst>
                <a:path w="8699" h="3646" fill="none" extrusionOk="0">
                  <a:moveTo>
                    <a:pt x="0" y="0"/>
                  </a:moveTo>
                  <a:lnTo>
                    <a:pt x="8698" y="3645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9"/>
            <p:cNvSpPr/>
            <p:nvPr/>
          </p:nvSpPr>
          <p:spPr>
            <a:xfrm>
              <a:off x="1948016" y="351662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1" y="0"/>
                  </a:moveTo>
                  <a:lnTo>
                    <a:pt x="9335" y="1273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9"/>
            <p:cNvSpPr/>
            <p:nvPr/>
          </p:nvSpPr>
          <p:spPr>
            <a:xfrm>
              <a:off x="1949921" y="462824"/>
              <a:ext cx="457109" cy="58488"/>
            </a:xfrm>
            <a:custGeom>
              <a:avLst/>
              <a:gdLst/>
              <a:ahLst/>
              <a:cxnLst/>
              <a:rect l="l" t="t" r="r" b="b"/>
              <a:pathLst>
                <a:path w="9355" h="1197" fill="none" extrusionOk="0">
                  <a:moveTo>
                    <a:pt x="0" y="1197"/>
                  </a:moveTo>
                  <a:lnTo>
                    <a:pt x="9354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9"/>
            <p:cNvSpPr/>
            <p:nvPr/>
          </p:nvSpPr>
          <p:spPr>
            <a:xfrm>
              <a:off x="1996097" y="509977"/>
              <a:ext cx="425983" cy="174390"/>
            </a:xfrm>
            <a:custGeom>
              <a:avLst/>
              <a:gdLst/>
              <a:ahLst/>
              <a:cxnLst/>
              <a:rect l="l" t="t" r="r" b="b"/>
              <a:pathLst>
                <a:path w="8718" h="3569" fill="none" extrusionOk="0">
                  <a:moveTo>
                    <a:pt x="0" y="3568"/>
                  </a:moveTo>
                  <a:lnTo>
                    <a:pt x="8718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9"/>
            <p:cNvSpPr/>
            <p:nvPr/>
          </p:nvSpPr>
          <p:spPr>
            <a:xfrm>
              <a:off x="2081851" y="551413"/>
              <a:ext cx="367593" cy="279005"/>
            </a:xfrm>
            <a:custGeom>
              <a:avLst/>
              <a:gdLst/>
              <a:ahLst/>
              <a:cxnLst/>
              <a:rect l="l" t="t" r="r" b="b"/>
              <a:pathLst>
                <a:path w="7523" h="5710" fill="none" extrusionOk="0">
                  <a:moveTo>
                    <a:pt x="0" y="5710"/>
                  </a:moveTo>
                  <a:lnTo>
                    <a:pt x="7522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9"/>
            <p:cNvSpPr/>
            <p:nvPr/>
          </p:nvSpPr>
          <p:spPr>
            <a:xfrm>
              <a:off x="2203422" y="584395"/>
              <a:ext cx="281790" cy="363830"/>
            </a:xfrm>
            <a:custGeom>
              <a:avLst/>
              <a:gdLst/>
              <a:ahLst/>
              <a:cxnLst/>
              <a:rect l="l" t="t" r="r" b="b"/>
              <a:pathLst>
                <a:path w="5767" h="7446" fill="none" extrusionOk="0">
                  <a:moveTo>
                    <a:pt x="0" y="7446"/>
                  </a:moveTo>
                  <a:lnTo>
                    <a:pt x="5767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9"/>
            <p:cNvSpPr/>
            <p:nvPr/>
          </p:nvSpPr>
          <p:spPr>
            <a:xfrm>
              <a:off x="2351378" y="607018"/>
              <a:ext cx="178153" cy="424126"/>
            </a:xfrm>
            <a:custGeom>
              <a:avLst/>
              <a:gdLst/>
              <a:ahLst/>
              <a:cxnLst/>
              <a:rect l="l" t="t" r="r" b="b"/>
              <a:pathLst>
                <a:path w="3646" h="8680" fill="none" extrusionOk="0">
                  <a:moveTo>
                    <a:pt x="0" y="8680"/>
                  </a:moveTo>
                  <a:lnTo>
                    <a:pt x="3645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9"/>
            <p:cNvSpPr/>
            <p:nvPr/>
          </p:nvSpPr>
          <p:spPr>
            <a:xfrm>
              <a:off x="2515362" y="616449"/>
              <a:ext cx="62251" cy="457109"/>
            </a:xfrm>
            <a:custGeom>
              <a:avLst/>
              <a:gdLst/>
              <a:ahLst/>
              <a:cxnLst/>
              <a:rect l="l" t="t" r="r" b="b"/>
              <a:pathLst>
                <a:path w="1274" h="9355" fill="none" extrusionOk="0">
                  <a:moveTo>
                    <a:pt x="0" y="9355"/>
                  </a:moveTo>
                  <a:lnTo>
                    <a:pt x="1273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9"/>
            <p:cNvSpPr/>
            <p:nvPr/>
          </p:nvSpPr>
          <p:spPr>
            <a:xfrm>
              <a:off x="2626524" y="614592"/>
              <a:ext cx="58488" cy="457109"/>
            </a:xfrm>
            <a:custGeom>
              <a:avLst/>
              <a:gdLst/>
              <a:ahLst/>
              <a:cxnLst/>
              <a:rect l="l" t="t" r="r" b="b"/>
              <a:pathLst>
                <a:path w="1197" h="9355" fill="none" extrusionOk="0">
                  <a:moveTo>
                    <a:pt x="1197" y="9354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9"/>
            <p:cNvSpPr/>
            <p:nvPr/>
          </p:nvSpPr>
          <p:spPr>
            <a:xfrm>
              <a:off x="2673677" y="598565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3568" y="8737"/>
                  </a:moveTo>
                  <a:lnTo>
                    <a:pt x="0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9"/>
            <p:cNvSpPr/>
            <p:nvPr/>
          </p:nvSpPr>
          <p:spPr>
            <a:xfrm>
              <a:off x="2715113" y="57217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5710" y="7503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9"/>
            <p:cNvSpPr/>
            <p:nvPr/>
          </p:nvSpPr>
          <p:spPr>
            <a:xfrm>
              <a:off x="2748095" y="535386"/>
              <a:ext cx="364759" cy="281839"/>
            </a:xfrm>
            <a:custGeom>
              <a:avLst/>
              <a:gdLst/>
              <a:ahLst/>
              <a:cxnLst/>
              <a:rect l="l" t="t" r="r" b="b"/>
              <a:pathLst>
                <a:path w="7465" h="5768" fill="none" extrusionOk="0">
                  <a:moveTo>
                    <a:pt x="7465" y="5768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9"/>
            <p:cNvSpPr/>
            <p:nvPr/>
          </p:nvSpPr>
          <p:spPr>
            <a:xfrm>
              <a:off x="2770718" y="491116"/>
              <a:ext cx="424126" cy="179081"/>
            </a:xfrm>
            <a:custGeom>
              <a:avLst/>
              <a:gdLst/>
              <a:ahLst/>
              <a:cxnLst/>
              <a:rect l="l" t="t" r="r" b="b"/>
              <a:pathLst>
                <a:path w="8680" h="3665" fill="none" extrusionOk="0">
                  <a:moveTo>
                    <a:pt x="8680" y="3665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9"/>
            <p:cNvSpPr/>
            <p:nvPr/>
          </p:nvSpPr>
          <p:spPr>
            <a:xfrm>
              <a:off x="2781077" y="443035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9336" y="1274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9"/>
            <p:cNvSpPr/>
            <p:nvPr/>
          </p:nvSpPr>
          <p:spPr>
            <a:xfrm>
              <a:off x="2778292" y="335635"/>
              <a:ext cx="457109" cy="58440"/>
            </a:xfrm>
            <a:custGeom>
              <a:avLst/>
              <a:gdLst/>
              <a:ahLst/>
              <a:cxnLst/>
              <a:rect l="l" t="t" r="r" b="b"/>
              <a:pathLst>
                <a:path w="9355" h="1196" fill="none" extrusionOk="0">
                  <a:moveTo>
                    <a:pt x="9354" y="0"/>
                  </a:moveTo>
                  <a:lnTo>
                    <a:pt x="0" y="1196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9"/>
            <p:cNvSpPr/>
            <p:nvPr/>
          </p:nvSpPr>
          <p:spPr>
            <a:xfrm>
              <a:off x="2763194" y="172579"/>
              <a:ext cx="426032" cy="174390"/>
            </a:xfrm>
            <a:custGeom>
              <a:avLst/>
              <a:gdLst/>
              <a:ahLst/>
              <a:cxnLst/>
              <a:rect l="l" t="t" r="r" b="b"/>
              <a:pathLst>
                <a:path w="8719" h="3569" fill="none" extrusionOk="0">
                  <a:moveTo>
                    <a:pt x="8718" y="1"/>
                  </a:moveTo>
                  <a:lnTo>
                    <a:pt x="1" y="3569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9"/>
            <p:cNvSpPr/>
            <p:nvPr/>
          </p:nvSpPr>
          <p:spPr>
            <a:xfrm>
              <a:off x="2735879" y="27457"/>
              <a:ext cx="366615" cy="278076"/>
            </a:xfrm>
            <a:custGeom>
              <a:avLst/>
              <a:gdLst/>
              <a:ahLst/>
              <a:cxnLst/>
              <a:rect l="l" t="t" r="r" b="b"/>
              <a:pathLst>
                <a:path w="7503" h="5691" fill="none" extrusionOk="0">
                  <a:moveTo>
                    <a:pt x="7503" y="0"/>
                  </a:moveTo>
                  <a:lnTo>
                    <a:pt x="0" y="569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9"/>
            <p:cNvSpPr/>
            <p:nvPr/>
          </p:nvSpPr>
          <p:spPr>
            <a:xfrm>
              <a:off x="2699135" y="-91280"/>
              <a:ext cx="282767" cy="364759"/>
            </a:xfrm>
            <a:custGeom>
              <a:avLst/>
              <a:gdLst/>
              <a:ahLst/>
              <a:cxnLst/>
              <a:rect l="l" t="t" r="r" b="b"/>
              <a:pathLst>
                <a:path w="5787" h="7465" fill="none" extrusionOk="0">
                  <a:moveTo>
                    <a:pt x="5786" y="0"/>
                  </a:moveTo>
                  <a:lnTo>
                    <a:pt x="0" y="7464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9"/>
            <p:cNvSpPr/>
            <p:nvPr/>
          </p:nvSpPr>
          <p:spPr>
            <a:xfrm>
              <a:off x="2655744" y="-174200"/>
              <a:ext cx="178153" cy="425055"/>
            </a:xfrm>
            <a:custGeom>
              <a:avLst/>
              <a:gdLst/>
              <a:ahLst/>
              <a:cxnLst/>
              <a:rect l="l" t="t" r="r" b="b"/>
              <a:pathLst>
                <a:path w="3646" h="8699" fill="none" extrusionOk="0">
                  <a:moveTo>
                    <a:pt x="3646" y="0"/>
                  </a:moveTo>
                  <a:lnTo>
                    <a:pt x="1" y="8698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6" name="Google Shape;446;p9"/>
          <p:cNvGrpSpPr/>
          <p:nvPr/>
        </p:nvGrpSpPr>
        <p:grpSpPr>
          <a:xfrm>
            <a:off x="8513377" y="4281545"/>
            <a:ext cx="1965289" cy="517060"/>
            <a:chOff x="3539975" y="3523525"/>
            <a:chExt cx="745925" cy="196250"/>
          </a:xfrm>
        </p:grpSpPr>
        <p:sp>
          <p:nvSpPr>
            <p:cNvPr id="447" name="Google Shape;447;p9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9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9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9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9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9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9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9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9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9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9"/>
          <p:cNvSpPr/>
          <p:nvPr/>
        </p:nvSpPr>
        <p:spPr>
          <a:xfrm>
            <a:off x="1765763" y="533623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8509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Title and text 6"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5" name="Google Shape;1805;p38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 flipH="1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06" name="Google Shape;1806;p38"/>
          <p:cNvSpPr txBox="1">
            <a:spLocks noGrp="1"/>
          </p:cNvSpPr>
          <p:nvPr>
            <p:ph type="title"/>
          </p:nvPr>
        </p:nvSpPr>
        <p:spPr>
          <a:xfrm>
            <a:off x="1825050" y="1909850"/>
            <a:ext cx="54939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900"/>
              <a:buNone/>
              <a:defRPr sz="29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807" name="Google Shape;1807;p38"/>
          <p:cNvGrpSpPr/>
          <p:nvPr/>
        </p:nvGrpSpPr>
        <p:grpSpPr>
          <a:xfrm>
            <a:off x="1364665" y="639534"/>
            <a:ext cx="1965289" cy="517060"/>
            <a:chOff x="3539975" y="3523525"/>
            <a:chExt cx="745925" cy="196250"/>
          </a:xfrm>
        </p:grpSpPr>
        <p:sp>
          <p:nvSpPr>
            <p:cNvPr id="1808" name="Google Shape;1808;p38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38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38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38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38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38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38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38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38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38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38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38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38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38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38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38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824" name="Google Shape;182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201200" y="3499563"/>
            <a:ext cx="7194375" cy="20623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25" name="Google Shape;1825;p38"/>
          <p:cNvGrpSpPr/>
          <p:nvPr/>
        </p:nvGrpSpPr>
        <p:grpSpPr>
          <a:xfrm>
            <a:off x="8063763" y="2173397"/>
            <a:ext cx="357454" cy="956304"/>
            <a:chOff x="357713" y="600975"/>
            <a:chExt cx="357454" cy="956304"/>
          </a:xfrm>
        </p:grpSpPr>
        <p:sp>
          <p:nvSpPr>
            <p:cNvPr id="1826" name="Google Shape;1826;p38"/>
            <p:cNvSpPr/>
            <p:nvPr/>
          </p:nvSpPr>
          <p:spPr>
            <a:xfrm>
              <a:off x="357713" y="600975"/>
              <a:ext cx="357454" cy="357454"/>
            </a:xfrm>
            <a:custGeom>
              <a:avLst/>
              <a:gdLst/>
              <a:ahLst/>
              <a:cxnLst/>
              <a:rect l="l" t="t" r="r" b="b"/>
              <a:pathLst>
                <a:path w="6539" h="6539" fill="none" extrusionOk="0">
                  <a:moveTo>
                    <a:pt x="3954" y="367"/>
                  </a:moveTo>
                  <a:cubicBezTo>
                    <a:pt x="5535" y="752"/>
                    <a:pt x="6538" y="2353"/>
                    <a:pt x="6152" y="3954"/>
                  </a:cubicBezTo>
                  <a:cubicBezTo>
                    <a:pt x="5767" y="5535"/>
                    <a:pt x="4166" y="6538"/>
                    <a:pt x="2584" y="6153"/>
                  </a:cubicBezTo>
                  <a:cubicBezTo>
                    <a:pt x="984" y="5767"/>
                    <a:pt x="0" y="4166"/>
                    <a:pt x="366" y="2585"/>
                  </a:cubicBezTo>
                  <a:cubicBezTo>
                    <a:pt x="752" y="984"/>
                    <a:pt x="2353" y="0"/>
                    <a:pt x="3954" y="3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38"/>
            <p:cNvSpPr/>
            <p:nvPr/>
          </p:nvSpPr>
          <p:spPr>
            <a:xfrm>
              <a:off x="374549" y="819196"/>
              <a:ext cx="324765" cy="324765"/>
            </a:xfrm>
            <a:custGeom>
              <a:avLst/>
              <a:gdLst/>
              <a:ahLst/>
              <a:cxnLst/>
              <a:rect l="l" t="t" r="r" b="b"/>
              <a:pathLst>
                <a:path w="5941" h="5941" fill="none" extrusionOk="0">
                  <a:moveTo>
                    <a:pt x="5941" y="2971"/>
                  </a:moveTo>
                  <a:cubicBezTo>
                    <a:pt x="5941" y="4610"/>
                    <a:pt x="4610" y="5941"/>
                    <a:pt x="2971" y="5941"/>
                  </a:cubicBezTo>
                  <a:cubicBezTo>
                    <a:pt x="1331" y="5941"/>
                    <a:pt x="1" y="4610"/>
                    <a:pt x="1" y="2971"/>
                  </a:cubicBezTo>
                  <a:cubicBezTo>
                    <a:pt x="1" y="1331"/>
                    <a:pt x="1331" y="1"/>
                    <a:pt x="2971" y="1"/>
                  </a:cubicBezTo>
                  <a:cubicBezTo>
                    <a:pt x="4610" y="1"/>
                    <a:pt x="5941" y="1331"/>
                    <a:pt x="5941" y="29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38"/>
            <p:cNvSpPr/>
            <p:nvPr/>
          </p:nvSpPr>
          <p:spPr>
            <a:xfrm>
              <a:off x="357713" y="997347"/>
              <a:ext cx="357454" cy="357509"/>
            </a:xfrm>
            <a:custGeom>
              <a:avLst/>
              <a:gdLst/>
              <a:ahLst/>
              <a:cxnLst/>
              <a:rect l="l" t="t" r="r" b="b"/>
              <a:pathLst>
                <a:path w="6539" h="6540" fill="none" extrusionOk="0">
                  <a:moveTo>
                    <a:pt x="3954" y="387"/>
                  </a:moveTo>
                  <a:cubicBezTo>
                    <a:pt x="5555" y="753"/>
                    <a:pt x="6538" y="2354"/>
                    <a:pt x="6152" y="3955"/>
                  </a:cubicBezTo>
                  <a:cubicBezTo>
                    <a:pt x="5767" y="5556"/>
                    <a:pt x="4166" y="6539"/>
                    <a:pt x="2584" y="6153"/>
                  </a:cubicBezTo>
                  <a:cubicBezTo>
                    <a:pt x="984" y="5787"/>
                    <a:pt x="0" y="4186"/>
                    <a:pt x="366" y="2585"/>
                  </a:cubicBezTo>
                  <a:cubicBezTo>
                    <a:pt x="752" y="985"/>
                    <a:pt x="2353" y="1"/>
                    <a:pt x="3954" y="38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38"/>
            <p:cNvSpPr/>
            <p:nvPr/>
          </p:nvSpPr>
          <p:spPr>
            <a:xfrm>
              <a:off x="358751" y="1200863"/>
              <a:ext cx="356416" cy="356416"/>
            </a:xfrm>
            <a:custGeom>
              <a:avLst/>
              <a:gdLst/>
              <a:ahLst/>
              <a:cxnLst/>
              <a:rect l="l" t="t" r="r" b="b"/>
              <a:pathLst>
                <a:path w="6520" h="6520" fill="none" extrusionOk="0">
                  <a:moveTo>
                    <a:pt x="5362" y="1158"/>
                  </a:moveTo>
                  <a:cubicBezTo>
                    <a:pt x="6519" y="2315"/>
                    <a:pt x="6519" y="4186"/>
                    <a:pt x="5362" y="5343"/>
                  </a:cubicBezTo>
                  <a:cubicBezTo>
                    <a:pt x="4186" y="6519"/>
                    <a:pt x="2315" y="6519"/>
                    <a:pt x="1157" y="5343"/>
                  </a:cubicBezTo>
                  <a:cubicBezTo>
                    <a:pt x="0" y="4186"/>
                    <a:pt x="0" y="2315"/>
                    <a:pt x="1157" y="1158"/>
                  </a:cubicBezTo>
                  <a:cubicBezTo>
                    <a:pt x="2315" y="0"/>
                    <a:pt x="4186" y="0"/>
                    <a:pt x="5362" y="11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0" name="Google Shape;1830;p38"/>
          <p:cNvSpPr/>
          <p:nvPr/>
        </p:nvSpPr>
        <p:spPr>
          <a:xfrm flipH="1">
            <a:off x="4294245" y="620913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31" name="Google Shape;1831;p38"/>
          <p:cNvGrpSpPr/>
          <p:nvPr/>
        </p:nvGrpSpPr>
        <p:grpSpPr>
          <a:xfrm rot="-5400000">
            <a:off x="-2779003" y="-1736891"/>
            <a:ext cx="3952129" cy="3175881"/>
            <a:chOff x="5256209" y="-1994879"/>
            <a:chExt cx="3952129" cy="3175881"/>
          </a:xfrm>
        </p:grpSpPr>
        <p:sp>
          <p:nvSpPr>
            <p:cNvPr id="1832" name="Google Shape;1832;p38"/>
            <p:cNvSpPr/>
            <p:nvPr/>
          </p:nvSpPr>
          <p:spPr>
            <a:xfrm>
              <a:off x="5256209" y="-1994879"/>
              <a:ext cx="3952129" cy="3103920"/>
            </a:xfrm>
            <a:custGeom>
              <a:avLst/>
              <a:gdLst/>
              <a:ahLst/>
              <a:cxnLst/>
              <a:rect l="l" t="t" r="r" b="b"/>
              <a:pathLst>
                <a:path w="89954" h="70648" fill="none" extrusionOk="0">
                  <a:moveTo>
                    <a:pt x="89954" y="70647"/>
                  </a:moveTo>
                  <a:lnTo>
                    <a:pt x="1" y="70647"/>
                  </a:ln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38"/>
            <p:cNvSpPr/>
            <p:nvPr/>
          </p:nvSpPr>
          <p:spPr>
            <a:xfrm>
              <a:off x="5579917" y="1036061"/>
              <a:ext cx="144942" cy="144942"/>
            </a:xfrm>
            <a:custGeom>
              <a:avLst/>
              <a:gdLst/>
              <a:ahLst/>
              <a:cxnLst/>
              <a:rect l="l" t="t" r="r" b="b"/>
              <a:pathLst>
                <a:path w="3299" h="3299" extrusionOk="0">
                  <a:moveTo>
                    <a:pt x="0" y="1"/>
                  </a:moveTo>
                  <a:lnTo>
                    <a:pt x="0" y="3299"/>
                  </a:lnTo>
                  <a:lnTo>
                    <a:pt x="3298" y="3299"/>
                  </a:lnTo>
                  <a:lnTo>
                    <a:pt x="32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4" name="Google Shape;1834;p38"/>
          <p:cNvSpPr txBox="1">
            <a:spLocks noGrp="1"/>
          </p:cNvSpPr>
          <p:nvPr>
            <p:ph type="subTitle" idx="1"/>
          </p:nvPr>
        </p:nvSpPr>
        <p:spPr>
          <a:xfrm>
            <a:off x="1825050" y="2427700"/>
            <a:ext cx="5493900" cy="9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9643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7" name="Google Shape;2217;p47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 rot="10800000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18" name="Google Shape;2218;p47"/>
          <p:cNvSpPr txBox="1">
            <a:spLocks noGrp="1"/>
          </p:cNvSpPr>
          <p:nvPr>
            <p:ph type="title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900"/>
              <a:buNone/>
              <a:defRPr sz="29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2219" name="Google Shape;2219;p47"/>
          <p:cNvGrpSpPr/>
          <p:nvPr/>
        </p:nvGrpSpPr>
        <p:grpSpPr>
          <a:xfrm>
            <a:off x="391864" y="1291684"/>
            <a:ext cx="289170" cy="284718"/>
            <a:chOff x="426000" y="3302025"/>
            <a:chExt cx="220875" cy="217475"/>
          </a:xfrm>
        </p:grpSpPr>
        <p:sp>
          <p:nvSpPr>
            <p:cNvPr id="2220" name="Google Shape;2220;p47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47"/>
            <p:cNvSpPr/>
            <p:nvPr/>
          </p:nvSpPr>
          <p:spPr>
            <a:xfrm>
              <a:off x="432750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2" name="Google Shape;2222;p47"/>
          <p:cNvGrpSpPr/>
          <p:nvPr/>
        </p:nvGrpSpPr>
        <p:grpSpPr>
          <a:xfrm rot="10800000" flipH="1">
            <a:off x="357713" y="3259593"/>
            <a:ext cx="357454" cy="956304"/>
            <a:chOff x="357713" y="600975"/>
            <a:chExt cx="357454" cy="956304"/>
          </a:xfrm>
        </p:grpSpPr>
        <p:sp>
          <p:nvSpPr>
            <p:cNvPr id="2223" name="Google Shape;2223;p47"/>
            <p:cNvSpPr/>
            <p:nvPr/>
          </p:nvSpPr>
          <p:spPr>
            <a:xfrm>
              <a:off x="357713" y="600975"/>
              <a:ext cx="357454" cy="357454"/>
            </a:xfrm>
            <a:custGeom>
              <a:avLst/>
              <a:gdLst/>
              <a:ahLst/>
              <a:cxnLst/>
              <a:rect l="l" t="t" r="r" b="b"/>
              <a:pathLst>
                <a:path w="6539" h="6539" fill="none" extrusionOk="0">
                  <a:moveTo>
                    <a:pt x="3954" y="367"/>
                  </a:moveTo>
                  <a:cubicBezTo>
                    <a:pt x="5535" y="752"/>
                    <a:pt x="6538" y="2353"/>
                    <a:pt x="6152" y="3954"/>
                  </a:cubicBezTo>
                  <a:cubicBezTo>
                    <a:pt x="5767" y="5535"/>
                    <a:pt x="4166" y="6538"/>
                    <a:pt x="2584" y="6153"/>
                  </a:cubicBezTo>
                  <a:cubicBezTo>
                    <a:pt x="984" y="5767"/>
                    <a:pt x="0" y="4166"/>
                    <a:pt x="366" y="2585"/>
                  </a:cubicBezTo>
                  <a:cubicBezTo>
                    <a:pt x="752" y="984"/>
                    <a:pt x="2353" y="0"/>
                    <a:pt x="3954" y="3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47"/>
            <p:cNvSpPr/>
            <p:nvPr/>
          </p:nvSpPr>
          <p:spPr>
            <a:xfrm>
              <a:off x="374549" y="819196"/>
              <a:ext cx="324765" cy="324765"/>
            </a:xfrm>
            <a:custGeom>
              <a:avLst/>
              <a:gdLst/>
              <a:ahLst/>
              <a:cxnLst/>
              <a:rect l="l" t="t" r="r" b="b"/>
              <a:pathLst>
                <a:path w="5941" h="5941" fill="none" extrusionOk="0">
                  <a:moveTo>
                    <a:pt x="5941" y="2971"/>
                  </a:moveTo>
                  <a:cubicBezTo>
                    <a:pt x="5941" y="4610"/>
                    <a:pt x="4610" y="5941"/>
                    <a:pt x="2971" y="5941"/>
                  </a:cubicBezTo>
                  <a:cubicBezTo>
                    <a:pt x="1331" y="5941"/>
                    <a:pt x="1" y="4610"/>
                    <a:pt x="1" y="2971"/>
                  </a:cubicBezTo>
                  <a:cubicBezTo>
                    <a:pt x="1" y="1331"/>
                    <a:pt x="1331" y="1"/>
                    <a:pt x="2971" y="1"/>
                  </a:cubicBezTo>
                  <a:cubicBezTo>
                    <a:pt x="4610" y="1"/>
                    <a:pt x="5941" y="1331"/>
                    <a:pt x="5941" y="29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47"/>
            <p:cNvSpPr/>
            <p:nvPr/>
          </p:nvSpPr>
          <p:spPr>
            <a:xfrm>
              <a:off x="357713" y="997347"/>
              <a:ext cx="357454" cy="357509"/>
            </a:xfrm>
            <a:custGeom>
              <a:avLst/>
              <a:gdLst/>
              <a:ahLst/>
              <a:cxnLst/>
              <a:rect l="l" t="t" r="r" b="b"/>
              <a:pathLst>
                <a:path w="6539" h="6540" fill="none" extrusionOk="0">
                  <a:moveTo>
                    <a:pt x="3954" y="387"/>
                  </a:moveTo>
                  <a:cubicBezTo>
                    <a:pt x="5555" y="753"/>
                    <a:pt x="6538" y="2354"/>
                    <a:pt x="6152" y="3955"/>
                  </a:cubicBezTo>
                  <a:cubicBezTo>
                    <a:pt x="5767" y="5556"/>
                    <a:pt x="4166" y="6539"/>
                    <a:pt x="2584" y="6153"/>
                  </a:cubicBezTo>
                  <a:cubicBezTo>
                    <a:pt x="984" y="5787"/>
                    <a:pt x="0" y="4186"/>
                    <a:pt x="366" y="2585"/>
                  </a:cubicBezTo>
                  <a:cubicBezTo>
                    <a:pt x="752" y="985"/>
                    <a:pt x="2353" y="1"/>
                    <a:pt x="3954" y="38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47"/>
            <p:cNvSpPr/>
            <p:nvPr/>
          </p:nvSpPr>
          <p:spPr>
            <a:xfrm>
              <a:off x="358751" y="1200863"/>
              <a:ext cx="356416" cy="356416"/>
            </a:xfrm>
            <a:custGeom>
              <a:avLst/>
              <a:gdLst/>
              <a:ahLst/>
              <a:cxnLst/>
              <a:rect l="l" t="t" r="r" b="b"/>
              <a:pathLst>
                <a:path w="6520" h="6520" fill="none" extrusionOk="0">
                  <a:moveTo>
                    <a:pt x="5362" y="1158"/>
                  </a:moveTo>
                  <a:cubicBezTo>
                    <a:pt x="6519" y="2315"/>
                    <a:pt x="6519" y="4186"/>
                    <a:pt x="5362" y="5343"/>
                  </a:cubicBezTo>
                  <a:cubicBezTo>
                    <a:pt x="4186" y="6519"/>
                    <a:pt x="2315" y="6519"/>
                    <a:pt x="1157" y="5343"/>
                  </a:cubicBezTo>
                  <a:cubicBezTo>
                    <a:pt x="0" y="4186"/>
                    <a:pt x="0" y="2315"/>
                    <a:pt x="1157" y="1158"/>
                  </a:cubicBezTo>
                  <a:cubicBezTo>
                    <a:pt x="2315" y="0"/>
                    <a:pt x="4186" y="0"/>
                    <a:pt x="5362" y="11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7" name="Google Shape;2227;p47"/>
          <p:cNvGrpSpPr/>
          <p:nvPr/>
        </p:nvGrpSpPr>
        <p:grpSpPr>
          <a:xfrm rot="10800000" flipH="1">
            <a:off x="5872083" y="4723023"/>
            <a:ext cx="793256" cy="182899"/>
            <a:chOff x="2685575" y="2835950"/>
            <a:chExt cx="433000" cy="99825"/>
          </a:xfrm>
        </p:grpSpPr>
        <p:sp>
          <p:nvSpPr>
            <p:cNvPr id="2228" name="Google Shape;2228;p47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47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47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47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32" name="Google Shape;2232;p47"/>
          <p:cNvGrpSpPr/>
          <p:nvPr/>
        </p:nvGrpSpPr>
        <p:grpSpPr>
          <a:xfrm rot="10800000" flipH="1">
            <a:off x="507239" y="4684974"/>
            <a:ext cx="2019176" cy="2019176"/>
            <a:chOff x="1943325" y="-220375"/>
            <a:chExt cx="1298672" cy="1298672"/>
          </a:xfrm>
        </p:grpSpPr>
        <p:sp>
          <p:nvSpPr>
            <p:cNvPr id="2233" name="Google Shape;2233;p47"/>
            <p:cNvSpPr/>
            <p:nvPr/>
          </p:nvSpPr>
          <p:spPr>
            <a:xfrm>
              <a:off x="2582255" y="-220375"/>
              <a:ext cx="49" cy="460871"/>
            </a:xfrm>
            <a:custGeom>
              <a:avLst/>
              <a:gdLst/>
              <a:ahLst/>
              <a:cxnLst/>
              <a:rect l="l" t="t" r="r" b="b"/>
              <a:pathLst>
                <a:path w="1" h="9432" fill="none" extrusionOk="0">
                  <a:moveTo>
                    <a:pt x="0" y="0"/>
                  </a:moveTo>
                  <a:lnTo>
                    <a:pt x="0" y="943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47"/>
            <p:cNvSpPr/>
            <p:nvPr/>
          </p:nvSpPr>
          <p:spPr>
            <a:xfrm>
              <a:off x="2414509" y="-195895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0" y="1"/>
                  </a:moveTo>
                  <a:lnTo>
                    <a:pt x="2431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47"/>
            <p:cNvSpPr/>
            <p:nvPr/>
          </p:nvSpPr>
          <p:spPr>
            <a:xfrm>
              <a:off x="2259027" y="-128024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0" y="0"/>
                  </a:moveTo>
                  <a:lnTo>
                    <a:pt x="4706" y="815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47"/>
            <p:cNvSpPr/>
            <p:nvPr/>
          </p:nvSpPr>
          <p:spPr>
            <a:xfrm>
              <a:off x="2126121" y="-22481"/>
              <a:ext cx="325180" cy="325180"/>
            </a:xfrm>
            <a:custGeom>
              <a:avLst/>
              <a:gdLst/>
              <a:ahLst/>
              <a:cxnLst/>
              <a:rect l="l" t="t" r="r" b="b"/>
              <a:pathLst>
                <a:path w="6655" h="6655" fill="none" extrusionOk="0">
                  <a:moveTo>
                    <a:pt x="1" y="0"/>
                  </a:moveTo>
                  <a:lnTo>
                    <a:pt x="6655" y="66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47"/>
            <p:cNvSpPr/>
            <p:nvPr/>
          </p:nvSpPr>
          <p:spPr>
            <a:xfrm>
              <a:off x="2025317" y="113211"/>
              <a:ext cx="398669" cy="230924"/>
            </a:xfrm>
            <a:custGeom>
              <a:avLst/>
              <a:gdLst/>
              <a:ahLst/>
              <a:cxnLst/>
              <a:rect l="l" t="t" r="r" b="b"/>
              <a:pathLst>
                <a:path w="8159" h="4726" fill="none" extrusionOk="0">
                  <a:moveTo>
                    <a:pt x="0" y="1"/>
                  </a:moveTo>
                  <a:lnTo>
                    <a:pt x="8158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47"/>
            <p:cNvSpPr/>
            <p:nvPr/>
          </p:nvSpPr>
          <p:spPr>
            <a:xfrm>
              <a:off x="1963114" y="270598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0" y="0"/>
                  </a:moveTo>
                  <a:lnTo>
                    <a:pt x="9103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47"/>
            <p:cNvSpPr/>
            <p:nvPr/>
          </p:nvSpPr>
          <p:spPr>
            <a:xfrm>
              <a:off x="1943325" y="439273"/>
              <a:ext cx="460871" cy="49"/>
            </a:xfrm>
            <a:custGeom>
              <a:avLst/>
              <a:gdLst/>
              <a:ahLst/>
              <a:cxnLst/>
              <a:rect l="l" t="t" r="r" b="b"/>
              <a:pathLst>
                <a:path w="9432" h="1" fill="none" extrusionOk="0">
                  <a:moveTo>
                    <a:pt x="0" y="1"/>
                  </a:moveTo>
                  <a:lnTo>
                    <a:pt x="9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47"/>
            <p:cNvSpPr/>
            <p:nvPr/>
          </p:nvSpPr>
          <p:spPr>
            <a:xfrm>
              <a:off x="1967805" y="487354"/>
              <a:ext cx="445821" cy="119713"/>
            </a:xfrm>
            <a:custGeom>
              <a:avLst/>
              <a:gdLst/>
              <a:ahLst/>
              <a:cxnLst/>
              <a:rect l="l" t="t" r="r" b="b"/>
              <a:pathLst>
                <a:path w="9124" h="2450" fill="none" extrusionOk="0">
                  <a:moveTo>
                    <a:pt x="1" y="2450"/>
                  </a:moveTo>
                  <a:lnTo>
                    <a:pt x="912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47"/>
            <p:cNvSpPr/>
            <p:nvPr/>
          </p:nvSpPr>
          <p:spPr>
            <a:xfrm>
              <a:off x="2035676" y="532600"/>
              <a:ext cx="398669" cy="229996"/>
            </a:xfrm>
            <a:custGeom>
              <a:avLst/>
              <a:gdLst/>
              <a:ahLst/>
              <a:cxnLst/>
              <a:rect l="l" t="t" r="r" b="b"/>
              <a:pathLst>
                <a:path w="8159" h="4707" fill="none" extrusionOk="0">
                  <a:moveTo>
                    <a:pt x="0" y="4706"/>
                  </a:moveTo>
                  <a:lnTo>
                    <a:pt x="815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47"/>
            <p:cNvSpPr/>
            <p:nvPr/>
          </p:nvSpPr>
          <p:spPr>
            <a:xfrm>
              <a:off x="2141219" y="569345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0" y="6674"/>
                  </a:moveTo>
                  <a:lnTo>
                    <a:pt x="6673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47"/>
            <p:cNvSpPr/>
            <p:nvPr/>
          </p:nvSpPr>
          <p:spPr>
            <a:xfrm>
              <a:off x="2277840" y="597588"/>
              <a:ext cx="229996" cy="398718"/>
            </a:xfrm>
            <a:custGeom>
              <a:avLst/>
              <a:gdLst/>
              <a:ahLst/>
              <a:cxnLst/>
              <a:rect l="l" t="t" r="r" b="b"/>
              <a:pathLst>
                <a:path w="4707" h="8160" fill="none" extrusionOk="0">
                  <a:moveTo>
                    <a:pt x="1" y="8159"/>
                  </a:moveTo>
                  <a:lnTo>
                    <a:pt x="470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47"/>
            <p:cNvSpPr/>
            <p:nvPr/>
          </p:nvSpPr>
          <p:spPr>
            <a:xfrm>
              <a:off x="2435227" y="613615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1" y="9104"/>
                  </a:moveTo>
                  <a:lnTo>
                    <a:pt x="243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47"/>
            <p:cNvSpPr/>
            <p:nvPr/>
          </p:nvSpPr>
          <p:spPr>
            <a:xfrm>
              <a:off x="2602973" y="617377"/>
              <a:ext cx="49" cy="460920"/>
            </a:xfrm>
            <a:custGeom>
              <a:avLst/>
              <a:gdLst/>
              <a:ahLst/>
              <a:cxnLst/>
              <a:rect l="l" t="t" r="r" b="b"/>
              <a:pathLst>
                <a:path w="1" h="9433" fill="none" extrusionOk="0">
                  <a:moveTo>
                    <a:pt x="1" y="9432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47"/>
            <p:cNvSpPr/>
            <p:nvPr/>
          </p:nvSpPr>
          <p:spPr>
            <a:xfrm>
              <a:off x="2651982" y="607996"/>
              <a:ext cx="118785" cy="444844"/>
            </a:xfrm>
            <a:custGeom>
              <a:avLst/>
              <a:gdLst/>
              <a:ahLst/>
              <a:cxnLst/>
              <a:rect l="l" t="t" r="r" b="b"/>
              <a:pathLst>
                <a:path w="2431" h="9104" fill="none" extrusionOk="0">
                  <a:moveTo>
                    <a:pt x="2431" y="91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47"/>
            <p:cNvSpPr/>
            <p:nvPr/>
          </p:nvSpPr>
          <p:spPr>
            <a:xfrm>
              <a:off x="2696300" y="586301"/>
              <a:ext cx="229996" cy="398669"/>
            </a:xfrm>
            <a:custGeom>
              <a:avLst/>
              <a:gdLst/>
              <a:ahLst/>
              <a:cxnLst/>
              <a:rect l="l" t="t" r="r" b="b"/>
              <a:pathLst>
                <a:path w="4707" h="8159" fill="none" extrusionOk="0">
                  <a:moveTo>
                    <a:pt x="4706" y="8159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47"/>
            <p:cNvSpPr/>
            <p:nvPr/>
          </p:nvSpPr>
          <p:spPr>
            <a:xfrm>
              <a:off x="2733974" y="554247"/>
              <a:ext cx="325180" cy="326108"/>
            </a:xfrm>
            <a:custGeom>
              <a:avLst/>
              <a:gdLst/>
              <a:ahLst/>
              <a:cxnLst/>
              <a:rect l="l" t="t" r="r" b="b"/>
              <a:pathLst>
                <a:path w="6655" h="6674" fill="none" extrusionOk="0">
                  <a:moveTo>
                    <a:pt x="6655" y="66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47"/>
            <p:cNvSpPr/>
            <p:nvPr/>
          </p:nvSpPr>
          <p:spPr>
            <a:xfrm>
              <a:off x="2761288" y="513739"/>
              <a:ext cx="398718" cy="229996"/>
            </a:xfrm>
            <a:custGeom>
              <a:avLst/>
              <a:gdLst/>
              <a:ahLst/>
              <a:cxnLst/>
              <a:rect l="l" t="t" r="r" b="b"/>
              <a:pathLst>
                <a:path w="8160" h="4707" fill="none" extrusionOk="0">
                  <a:moveTo>
                    <a:pt x="8159" y="4706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47"/>
            <p:cNvSpPr/>
            <p:nvPr/>
          </p:nvSpPr>
          <p:spPr>
            <a:xfrm>
              <a:off x="2777315" y="466636"/>
              <a:ext cx="444893" cy="119713"/>
            </a:xfrm>
            <a:custGeom>
              <a:avLst/>
              <a:gdLst/>
              <a:ahLst/>
              <a:cxnLst/>
              <a:rect l="l" t="t" r="r" b="b"/>
              <a:pathLst>
                <a:path w="9105" h="2450" fill="none" extrusionOk="0">
                  <a:moveTo>
                    <a:pt x="9104" y="2449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47"/>
            <p:cNvSpPr/>
            <p:nvPr/>
          </p:nvSpPr>
          <p:spPr>
            <a:xfrm>
              <a:off x="2781077" y="417626"/>
              <a:ext cx="460920" cy="49"/>
            </a:xfrm>
            <a:custGeom>
              <a:avLst/>
              <a:gdLst/>
              <a:ahLst/>
              <a:cxnLst/>
              <a:rect l="l" t="t" r="r" b="b"/>
              <a:pathLst>
                <a:path w="9433" h="1" fill="none" extrusionOk="0">
                  <a:moveTo>
                    <a:pt x="9432" y="0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47"/>
            <p:cNvSpPr/>
            <p:nvPr/>
          </p:nvSpPr>
          <p:spPr>
            <a:xfrm>
              <a:off x="2771696" y="249880"/>
              <a:ext cx="444844" cy="119713"/>
            </a:xfrm>
            <a:custGeom>
              <a:avLst/>
              <a:gdLst/>
              <a:ahLst/>
              <a:cxnLst/>
              <a:rect l="l" t="t" r="r" b="b"/>
              <a:pathLst>
                <a:path w="9104" h="2450" fill="none" extrusionOk="0">
                  <a:moveTo>
                    <a:pt x="9103" y="0"/>
                  </a:moveTo>
                  <a:lnTo>
                    <a:pt x="0" y="24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47"/>
            <p:cNvSpPr/>
            <p:nvPr/>
          </p:nvSpPr>
          <p:spPr>
            <a:xfrm>
              <a:off x="2750929" y="94350"/>
              <a:ext cx="398718" cy="230973"/>
            </a:xfrm>
            <a:custGeom>
              <a:avLst/>
              <a:gdLst/>
              <a:ahLst/>
              <a:cxnLst/>
              <a:rect l="l" t="t" r="r" b="b"/>
              <a:pathLst>
                <a:path w="8160" h="4727" fill="none" extrusionOk="0">
                  <a:moveTo>
                    <a:pt x="8159" y="1"/>
                  </a:moveTo>
                  <a:lnTo>
                    <a:pt x="1" y="472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47"/>
            <p:cNvSpPr/>
            <p:nvPr/>
          </p:nvSpPr>
          <p:spPr>
            <a:xfrm>
              <a:off x="2717947" y="-38508"/>
              <a:ext cx="326108" cy="326108"/>
            </a:xfrm>
            <a:custGeom>
              <a:avLst/>
              <a:gdLst/>
              <a:ahLst/>
              <a:cxnLst/>
              <a:rect l="l" t="t" r="r" b="b"/>
              <a:pathLst>
                <a:path w="6674" h="6674" fill="none" extrusionOk="0">
                  <a:moveTo>
                    <a:pt x="6674" y="0"/>
                  </a:moveTo>
                  <a:lnTo>
                    <a:pt x="1" y="667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47"/>
            <p:cNvSpPr/>
            <p:nvPr/>
          </p:nvSpPr>
          <p:spPr>
            <a:xfrm>
              <a:off x="2677439" y="-139361"/>
              <a:ext cx="229996" cy="399646"/>
            </a:xfrm>
            <a:custGeom>
              <a:avLst/>
              <a:gdLst/>
              <a:ahLst/>
              <a:cxnLst/>
              <a:rect l="l" t="t" r="r" b="b"/>
              <a:pathLst>
                <a:path w="4707" h="8179" fill="none" extrusionOk="0">
                  <a:moveTo>
                    <a:pt x="4706" y="1"/>
                  </a:moveTo>
                  <a:lnTo>
                    <a:pt x="0" y="817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47"/>
            <p:cNvSpPr/>
            <p:nvPr/>
          </p:nvSpPr>
          <p:spPr>
            <a:xfrm>
              <a:off x="2631264" y="-201563"/>
              <a:ext cx="118785" cy="444893"/>
            </a:xfrm>
            <a:custGeom>
              <a:avLst/>
              <a:gdLst/>
              <a:ahLst/>
              <a:cxnLst/>
              <a:rect l="l" t="t" r="r" b="b"/>
              <a:pathLst>
                <a:path w="2431" h="9105" fill="none" extrusionOk="0">
                  <a:moveTo>
                    <a:pt x="2430" y="1"/>
                  </a:moveTo>
                  <a:lnTo>
                    <a:pt x="0" y="910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47"/>
            <p:cNvSpPr/>
            <p:nvPr/>
          </p:nvSpPr>
          <p:spPr>
            <a:xfrm>
              <a:off x="2607712" y="-215684"/>
              <a:ext cx="62251" cy="456180"/>
            </a:xfrm>
            <a:custGeom>
              <a:avLst/>
              <a:gdLst/>
              <a:ahLst/>
              <a:cxnLst/>
              <a:rect l="l" t="t" r="r" b="b"/>
              <a:pathLst>
                <a:path w="1274" h="9336" fill="none" extrusionOk="0">
                  <a:moveTo>
                    <a:pt x="1273" y="0"/>
                  </a:moveTo>
                  <a:lnTo>
                    <a:pt x="0" y="933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47"/>
            <p:cNvSpPr/>
            <p:nvPr/>
          </p:nvSpPr>
          <p:spPr>
            <a:xfrm>
              <a:off x="2500263" y="-213779"/>
              <a:ext cx="57511" cy="457109"/>
            </a:xfrm>
            <a:custGeom>
              <a:avLst/>
              <a:gdLst/>
              <a:ahLst/>
              <a:cxnLst/>
              <a:rect l="l" t="t" r="r" b="b"/>
              <a:pathLst>
                <a:path w="1177" h="9355" fill="none" extrusionOk="0">
                  <a:moveTo>
                    <a:pt x="1" y="0"/>
                  </a:moveTo>
                  <a:lnTo>
                    <a:pt x="1177" y="935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47"/>
            <p:cNvSpPr/>
            <p:nvPr/>
          </p:nvSpPr>
          <p:spPr>
            <a:xfrm>
              <a:off x="2337208" y="-168580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1" y="1"/>
                  </a:moveTo>
                  <a:lnTo>
                    <a:pt x="3569" y="873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47"/>
            <p:cNvSpPr/>
            <p:nvPr/>
          </p:nvSpPr>
          <p:spPr>
            <a:xfrm>
              <a:off x="2191157" y="-8184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0" y="0"/>
                  </a:moveTo>
                  <a:lnTo>
                    <a:pt x="5709" y="750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47"/>
            <p:cNvSpPr/>
            <p:nvPr/>
          </p:nvSpPr>
          <p:spPr>
            <a:xfrm>
              <a:off x="2072420" y="39722"/>
              <a:ext cx="364759" cy="281790"/>
            </a:xfrm>
            <a:custGeom>
              <a:avLst/>
              <a:gdLst/>
              <a:ahLst/>
              <a:cxnLst/>
              <a:rect l="l" t="t" r="r" b="b"/>
              <a:pathLst>
                <a:path w="7465" h="5767" fill="none" extrusionOk="0">
                  <a:moveTo>
                    <a:pt x="0" y="0"/>
                  </a:moveTo>
                  <a:lnTo>
                    <a:pt x="7464" y="5767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47"/>
            <p:cNvSpPr/>
            <p:nvPr/>
          </p:nvSpPr>
          <p:spPr>
            <a:xfrm>
              <a:off x="1989500" y="187678"/>
              <a:ext cx="425055" cy="178153"/>
            </a:xfrm>
            <a:custGeom>
              <a:avLst/>
              <a:gdLst/>
              <a:ahLst/>
              <a:cxnLst/>
              <a:rect l="l" t="t" r="r" b="b"/>
              <a:pathLst>
                <a:path w="8699" h="3646" fill="none" extrusionOk="0">
                  <a:moveTo>
                    <a:pt x="0" y="0"/>
                  </a:moveTo>
                  <a:lnTo>
                    <a:pt x="8698" y="3645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47"/>
            <p:cNvSpPr/>
            <p:nvPr/>
          </p:nvSpPr>
          <p:spPr>
            <a:xfrm>
              <a:off x="1948016" y="351662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1" y="0"/>
                  </a:moveTo>
                  <a:lnTo>
                    <a:pt x="9335" y="1273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47"/>
            <p:cNvSpPr/>
            <p:nvPr/>
          </p:nvSpPr>
          <p:spPr>
            <a:xfrm>
              <a:off x="1949921" y="462824"/>
              <a:ext cx="457109" cy="58488"/>
            </a:xfrm>
            <a:custGeom>
              <a:avLst/>
              <a:gdLst/>
              <a:ahLst/>
              <a:cxnLst/>
              <a:rect l="l" t="t" r="r" b="b"/>
              <a:pathLst>
                <a:path w="9355" h="1197" fill="none" extrusionOk="0">
                  <a:moveTo>
                    <a:pt x="0" y="1197"/>
                  </a:moveTo>
                  <a:lnTo>
                    <a:pt x="9354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47"/>
            <p:cNvSpPr/>
            <p:nvPr/>
          </p:nvSpPr>
          <p:spPr>
            <a:xfrm>
              <a:off x="1996097" y="509977"/>
              <a:ext cx="425983" cy="174390"/>
            </a:xfrm>
            <a:custGeom>
              <a:avLst/>
              <a:gdLst/>
              <a:ahLst/>
              <a:cxnLst/>
              <a:rect l="l" t="t" r="r" b="b"/>
              <a:pathLst>
                <a:path w="8718" h="3569" fill="none" extrusionOk="0">
                  <a:moveTo>
                    <a:pt x="0" y="3568"/>
                  </a:moveTo>
                  <a:lnTo>
                    <a:pt x="8718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47"/>
            <p:cNvSpPr/>
            <p:nvPr/>
          </p:nvSpPr>
          <p:spPr>
            <a:xfrm>
              <a:off x="2081851" y="551413"/>
              <a:ext cx="367593" cy="279005"/>
            </a:xfrm>
            <a:custGeom>
              <a:avLst/>
              <a:gdLst/>
              <a:ahLst/>
              <a:cxnLst/>
              <a:rect l="l" t="t" r="r" b="b"/>
              <a:pathLst>
                <a:path w="7523" h="5710" fill="none" extrusionOk="0">
                  <a:moveTo>
                    <a:pt x="0" y="5710"/>
                  </a:moveTo>
                  <a:lnTo>
                    <a:pt x="7522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47"/>
            <p:cNvSpPr/>
            <p:nvPr/>
          </p:nvSpPr>
          <p:spPr>
            <a:xfrm>
              <a:off x="2203422" y="584395"/>
              <a:ext cx="281790" cy="363830"/>
            </a:xfrm>
            <a:custGeom>
              <a:avLst/>
              <a:gdLst/>
              <a:ahLst/>
              <a:cxnLst/>
              <a:rect l="l" t="t" r="r" b="b"/>
              <a:pathLst>
                <a:path w="5767" h="7446" fill="none" extrusionOk="0">
                  <a:moveTo>
                    <a:pt x="0" y="7446"/>
                  </a:moveTo>
                  <a:lnTo>
                    <a:pt x="5767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47"/>
            <p:cNvSpPr/>
            <p:nvPr/>
          </p:nvSpPr>
          <p:spPr>
            <a:xfrm>
              <a:off x="2351378" y="607018"/>
              <a:ext cx="178153" cy="424126"/>
            </a:xfrm>
            <a:custGeom>
              <a:avLst/>
              <a:gdLst/>
              <a:ahLst/>
              <a:cxnLst/>
              <a:rect l="l" t="t" r="r" b="b"/>
              <a:pathLst>
                <a:path w="3646" h="8680" fill="none" extrusionOk="0">
                  <a:moveTo>
                    <a:pt x="0" y="8680"/>
                  </a:moveTo>
                  <a:lnTo>
                    <a:pt x="3645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47"/>
            <p:cNvSpPr/>
            <p:nvPr/>
          </p:nvSpPr>
          <p:spPr>
            <a:xfrm>
              <a:off x="2515362" y="616449"/>
              <a:ext cx="62251" cy="457109"/>
            </a:xfrm>
            <a:custGeom>
              <a:avLst/>
              <a:gdLst/>
              <a:ahLst/>
              <a:cxnLst/>
              <a:rect l="l" t="t" r="r" b="b"/>
              <a:pathLst>
                <a:path w="1274" h="9355" fill="none" extrusionOk="0">
                  <a:moveTo>
                    <a:pt x="0" y="9355"/>
                  </a:moveTo>
                  <a:lnTo>
                    <a:pt x="1273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47"/>
            <p:cNvSpPr/>
            <p:nvPr/>
          </p:nvSpPr>
          <p:spPr>
            <a:xfrm>
              <a:off x="2626524" y="614592"/>
              <a:ext cx="58488" cy="457109"/>
            </a:xfrm>
            <a:custGeom>
              <a:avLst/>
              <a:gdLst/>
              <a:ahLst/>
              <a:cxnLst/>
              <a:rect l="l" t="t" r="r" b="b"/>
              <a:pathLst>
                <a:path w="1197" h="9355" fill="none" extrusionOk="0">
                  <a:moveTo>
                    <a:pt x="1197" y="9354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47"/>
            <p:cNvSpPr/>
            <p:nvPr/>
          </p:nvSpPr>
          <p:spPr>
            <a:xfrm>
              <a:off x="2673677" y="598565"/>
              <a:ext cx="174390" cy="426961"/>
            </a:xfrm>
            <a:custGeom>
              <a:avLst/>
              <a:gdLst/>
              <a:ahLst/>
              <a:cxnLst/>
              <a:rect l="l" t="t" r="r" b="b"/>
              <a:pathLst>
                <a:path w="3569" h="8738" fill="none" extrusionOk="0">
                  <a:moveTo>
                    <a:pt x="3568" y="8737"/>
                  </a:moveTo>
                  <a:lnTo>
                    <a:pt x="0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7"/>
            <p:cNvSpPr/>
            <p:nvPr/>
          </p:nvSpPr>
          <p:spPr>
            <a:xfrm>
              <a:off x="2715113" y="572179"/>
              <a:ext cx="279005" cy="366615"/>
            </a:xfrm>
            <a:custGeom>
              <a:avLst/>
              <a:gdLst/>
              <a:ahLst/>
              <a:cxnLst/>
              <a:rect l="l" t="t" r="r" b="b"/>
              <a:pathLst>
                <a:path w="5710" h="7503" fill="none" extrusionOk="0">
                  <a:moveTo>
                    <a:pt x="5710" y="7503"/>
                  </a:moveTo>
                  <a:lnTo>
                    <a:pt x="1" y="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7"/>
            <p:cNvSpPr/>
            <p:nvPr/>
          </p:nvSpPr>
          <p:spPr>
            <a:xfrm>
              <a:off x="2748095" y="535386"/>
              <a:ext cx="364759" cy="281839"/>
            </a:xfrm>
            <a:custGeom>
              <a:avLst/>
              <a:gdLst/>
              <a:ahLst/>
              <a:cxnLst/>
              <a:rect l="l" t="t" r="r" b="b"/>
              <a:pathLst>
                <a:path w="7465" h="5768" fill="none" extrusionOk="0">
                  <a:moveTo>
                    <a:pt x="7465" y="5768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7"/>
            <p:cNvSpPr/>
            <p:nvPr/>
          </p:nvSpPr>
          <p:spPr>
            <a:xfrm>
              <a:off x="2770718" y="491116"/>
              <a:ext cx="424126" cy="179081"/>
            </a:xfrm>
            <a:custGeom>
              <a:avLst/>
              <a:gdLst/>
              <a:ahLst/>
              <a:cxnLst/>
              <a:rect l="l" t="t" r="r" b="b"/>
              <a:pathLst>
                <a:path w="8680" h="3665" fill="none" extrusionOk="0">
                  <a:moveTo>
                    <a:pt x="8680" y="3665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7"/>
            <p:cNvSpPr/>
            <p:nvPr/>
          </p:nvSpPr>
          <p:spPr>
            <a:xfrm>
              <a:off x="2781077" y="443035"/>
              <a:ext cx="456180" cy="62251"/>
            </a:xfrm>
            <a:custGeom>
              <a:avLst/>
              <a:gdLst/>
              <a:ahLst/>
              <a:cxnLst/>
              <a:rect l="l" t="t" r="r" b="b"/>
              <a:pathLst>
                <a:path w="9336" h="1274" fill="none" extrusionOk="0">
                  <a:moveTo>
                    <a:pt x="9336" y="1274"/>
                  </a:moveTo>
                  <a:lnTo>
                    <a:pt x="1" y="1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47"/>
            <p:cNvSpPr/>
            <p:nvPr/>
          </p:nvSpPr>
          <p:spPr>
            <a:xfrm>
              <a:off x="2778292" y="335635"/>
              <a:ext cx="457109" cy="58440"/>
            </a:xfrm>
            <a:custGeom>
              <a:avLst/>
              <a:gdLst/>
              <a:ahLst/>
              <a:cxnLst/>
              <a:rect l="l" t="t" r="r" b="b"/>
              <a:pathLst>
                <a:path w="9355" h="1196" fill="none" extrusionOk="0">
                  <a:moveTo>
                    <a:pt x="9354" y="0"/>
                  </a:moveTo>
                  <a:lnTo>
                    <a:pt x="0" y="1196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47"/>
            <p:cNvSpPr/>
            <p:nvPr/>
          </p:nvSpPr>
          <p:spPr>
            <a:xfrm>
              <a:off x="2763194" y="172579"/>
              <a:ext cx="426032" cy="174390"/>
            </a:xfrm>
            <a:custGeom>
              <a:avLst/>
              <a:gdLst/>
              <a:ahLst/>
              <a:cxnLst/>
              <a:rect l="l" t="t" r="r" b="b"/>
              <a:pathLst>
                <a:path w="8719" h="3569" fill="none" extrusionOk="0">
                  <a:moveTo>
                    <a:pt x="8718" y="1"/>
                  </a:moveTo>
                  <a:lnTo>
                    <a:pt x="1" y="3569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7"/>
            <p:cNvSpPr/>
            <p:nvPr/>
          </p:nvSpPr>
          <p:spPr>
            <a:xfrm>
              <a:off x="2735879" y="27457"/>
              <a:ext cx="366615" cy="278076"/>
            </a:xfrm>
            <a:custGeom>
              <a:avLst/>
              <a:gdLst/>
              <a:ahLst/>
              <a:cxnLst/>
              <a:rect l="l" t="t" r="r" b="b"/>
              <a:pathLst>
                <a:path w="7503" h="5691" fill="none" extrusionOk="0">
                  <a:moveTo>
                    <a:pt x="7503" y="0"/>
                  </a:moveTo>
                  <a:lnTo>
                    <a:pt x="0" y="569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7"/>
            <p:cNvSpPr/>
            <p:nvPr/>
          </p:nvSpPr>
          <p:spPr>
            <a:xfrm>
              <a:off x="2699135" y="-91280"/>
              <a:ext cx="282767" cy="364759"/>
            </a:xfrm>
            <a:custGeom>
              <a:avLst/>
              <a:gdLst/>
              <a:ahLst/>
              <a:cxnLst/>
              <a:rect l="l" t="t" r="r" b="b"/>
              <a:pathLst>
                <a:path w="5787" h="7465" fill="none" extrusionOk="0">
                  <a:moveTo>
                    <a:pt x="5786" y="0"/>
                  </a:moveTo>
                  <a:lnTo>
                    <a:pt x="0" y="7464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7"/>
            <p:cNvSpPr/>
            <p:nvPr/>
          </p:nvSpPr>
          <p:spPr>
            <a:xfrm>
              <a:off x="2655744" y="-174200"/>
              <a:ext cx="178153" cy="425055"/>
            </a:xfrm>
            <a:custGeom>
              <a:avLst/>
              <a:gdLst/>
              <a:ahLst/>
              <a:cxnLst/>
              <a:rect l="l" t="t" r="r" b="b"/>
              <a:pathLst>
                <a:path w="3646" h="8699" fill="none" extrusionOk="0">
                  <a:moveTo>
                    <a:pt x="3646" y="0"/>
                  </a:moveTo>
                  <a:lnTo>
                    <a:pt x="1" y="8698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7"/>
          <p:cNvGrpSpPr/>
          <p:nvPr/>
        </p:nvGrpSpPr>
        <p:grpSpPr>
          <a:xfrm rot="10800000" flipH="1">
            <a:off x="7907690" y="538242"/>
            <a:ext cx="1965289" cy="517060"/>
            <a:chOff x="3539975" y="3523525"/>
            <a:chExt cx="745925" cy="196250"/>
          </a:xfrm>
        </p:grpSpPr>
        <p:sp>
          <p:nvSpPr>
            <p:cNvPr id="2282" name="Google Shape;2282;p47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7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2284;p47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2285;p47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7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2287;p47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2288;p47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7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47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47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47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7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7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7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47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47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19069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2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5" name="Google Shape;2165;p45"/>
          <p:cNvPicPr preferRelativeResize="0"/>
          <p:nvPr/>
        </p:nvPicPr>
        <p:blipFill rotWithShape="1">
          <a:blip r:embed="rId2">
            <a:alphaModFix amt="60000"/>
          </a:blip>
          <a:srcRect l="40" r="30"/>
          <a:stretch/>
        </p:blipFill>
        <p:spPr>
          <a:xfrm flipH="1"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166" name="Google Shape;2166;p45"/>
          <p:cNvSpPr txBox="1">
            <a:spLocks noGrp="1"/>
          </p:cNvSpPr>
          <p:nvPr>
            <p:ph type="title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900"/>
              <a:buNone/>
              <a:defRPr sz="29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2167" name="Google Shape;2167;p45"/>
          <p:cNvGrpSpPr/>
          <p:nvPr/>
        </p:nvGrpSpPr>
        <p:grpSpPr>
          <a:xfrm>
            <a:off x="391864" y="3545270"/>
            <a:ext cx="289170" cy="284718"/>
            <a:chOff x="426000" y="3302025"/>
            <a:chExt cx="220875" cy="217475"/>
          </a:xfrm>
        </p:grpSpPr>
        <p:sp>
          <p:nvSpPr>
            <p:cNvPr id="2168" name="Google Shape;2168;p45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5"/>
            <p:cNvSpPr/>
            <p:nvPr/>
          </p:nvSpPr>
          <p:spPr>
            <a:xfrm>
              <a:off x="432750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0" name="Google Shape;2170;p45"/>
          <p:cNvGrpSpPr/>
          <p:nvPr/>
        </p:nvGrpSpPr>
        <p:grpSpPr>
          <a:xfrm>
            <a:off x="357713" y="1210575"/>
            <a:ext cx="357454" cy="956304"/>
            <a:chOff x="357713" y="600975"/>
            <a:chExt cx="357454" cy="956304"/>
          </a:xfrm>
        </p:grpSpPr>
        <p:sp>
          <p:nvSpPr>
            <p:cNvPr id="2171" name="Google Shape;2171;p45"/>
            <p:cNvSpPr/>
            <p:nvPr/>
          </p:nvSpPr>
          <p:spPr>
            <a:xfrm>
              <a:off x="357713" y="600975"/>
              <a:ext cx="357454" cy="357454"/>
            </a:xfrm>
            <a:custGeom>
              <a:avLst/>
              <a:gdLst/>
              <a:ahLst/>
              <a:cxnLst/>
              <a:rect l="l" t="t" r="r" b="b"/>
              <a:pathLst>
                <a:path w="6539" h="6539" fill="none" extrusionOk="0">
                  <a:moveTo>
                    <a:pt x="3954" y="367"/>
                  </a:moveTo>
                  <a:cubicBezTo>
                    <a:pt x="5535" y="752"/>
                    <a:pt x="6538" y="2353"/>
                    <a:pt x="6152" y="3954"/>
                  </a:cubicBezTo>
                  <a:cubicBezTo>
                    <a:pt x="5767" y="5535"/>
                    <a:pt x="4166" y="6538"/>
                    <a:pt x="2584" y="6153"/>
                  </a:cubicBezTo>
                  <a:cubicBezTo>
                    <a:pt x="984" y="5767"/>
                    <a:pt x="0" y="4166"/>
                    <a:pt x="366" y="2585"/>
                  </a:cubicBezTo>
                  <a:cubicBezTo>
                    <a:pt x="752" y="984"/>
                    <a:pt x="2353" y="0"/>
                    <a:pt x="3954" y="3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5"/>
            <p:cNvSpPr/>
            <p:nvPr/>
          </p:nvSpPr>
          <p:spPr>
            <a:xfrm>
              <a:off x="374549" y="819196"/>
              <a:ext cx="324765" cy="324765"/>
            </a:xfrm>
            <a:custGeom>
              <a:avLst/>
              <a:gdLst/>
              <a:ahLst/>
              <a:cxnLst/>
              <a:rect l="l" t="t" r="r" b="b"/>
              <a:pathLst>
                <a:path w="5941" h="5941" fill="none" extrusionOk="0">
                  <a:moveTo>
                    <a:pt x="5941" y="2971"/>
                  </a:moveTo>
                  <a:cubicBezTo>
                    <a:pt x="5941" y="4610"/>
                    <a:pt x="4610" y="5941"/>
                    <a:pt x="2971" y="5941"/>
                  </a:cubicBezTo>
                  <a:cubicBezTo>
                    <a:pt x="1331" y="5941"/>
                    <a:pt x="1" y="4610"/>
                    <a:pt x="1" y="2971"/>
                  </a:cubicBezTo>
                  <a:cubicBezTo>
                    <a:pt x="1" y="1331"/>
                    <a:pt x="1331" y="1"/>
                    <a:pt x="2971" y="1"/>
                  </a:cubicBezTo>
                  <a:cubicBezTo>
                    <a:pt x="4610" y="1"/>
                    <a:pt x="5941" y="1331"/>
                    <a:pt x="5941" y="29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45"/>
            <p:cNvSpPr/>
            <p:nvPr/>
          </p:nvSpPr>
          <p:spPr>
            <a:xfrm>
              <a:off x="357713" y="997347"/>
              <a:ext cx="357454" cy="357509"/>
            </a:xfrm>
            <a:custGeom>
              <a:avLst/>
              <a:gdLst/>
              <a:ahLst/>
              <a:cxnLst/>
              <a:rect l="l" t="t" r="r" b="b"/>
              <a:pathLst>
                <a:path w="6539" h="6540" fill="none" extrusionOk="0">
                  <a:moveTo>
                    <a:pt x="3954" y="387"/>
                  </a:moveTo>
                  <a:cubicBezTo>
                    <a:pt x="5555" y="753"/>
                    <a:pt x="6538" y="2354"/>
                    <a:pt x="6152" y="3955"/>
                  </a:cubicBezTo>
                  <a:cubicBezTo>
                    <a:pt x="5767" y="5556"/>
                    <a:pt x="4166" y="6539"/>
                    <a:pt x="2584" y="6153"/>
                  </a:cubicBezTo>
                  <a:cubicBezTo>
                    <a:pt x="984" y="5787"/>
                    <a:pt x="0" y="4186"/>
                    <a:pt x="366" y="2585"/>
                  </a:cubicBezTo>
                  <a:cubicBezTo>
                    <a:pt x="752" y="985"/>
                    <a:pt x="2353" y="1"/>
                    <a:pt x="3954" y="38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45"/>
            <p:cNvSpPr/>
            <p:nvPr/>
          </p:nvSpPr>
          <p:spPr>
            <a:xfrm>
              <a:off x="358751" y="1200863"/>
              <a:ext cx="356416" cy="356416"/>
            </a:xfrm>
            <a:custGeom>
              <a:avLst/>
              <a:gdLst/>
              <a:ahLst/>
              <a:cxnLst/>
              <a:rect l="l" t="t" r="r" b="b"/>
              <a:pathLst>
                <a:path w="6520" h="6520" fill="none" extrusionOk="0">
                  <a:moveTo>
                    <a:pt x="5362" y="1158"/>
                  </a:moveTo>
                  <a:cubicBezTo>
                    <a:pt x="6519" y="2315"/>
                    <a:pt x="6519" y="4186"/>
                    <a:pt x="5362" y="5343"/>
                  </a:cubicBezTo>
                  <a:cubicBezTo>
                    <a:pt x="4186" y="6519"/>
                    <a:pt x="2315" y="6519"/>
                    <a:pt x="1157" y="5343"/>
                  </a:cubicBezTo>
                  <a:cubicBezTo>
                    <a:pt x="0" y="4186"/>
                    <a:pt x="0" y="2315"/>
                    <a:pt x="1157" y="1158"/>
                  </a:cubicBezTo>
                  <a:cubicBezTo>
                    <a:pt x="2315" y="0"/>
                    <a:pt x="4186" y="0"/>
                    <a:pt x="5362" y="11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5" name="Google Shape;2175;p45"/>
          <p:cNvGrpSpPr/>
          <p:nvPr/>
        </p:nvGrpSpPr>
        <p:grpSpPr>
          <a:xfrm>
            <a:off x="8366565" y="3429220"/>
            <a:ext cx="1965289" cy="517060"/>
            <a:chOff x="3539975" y="3523525"/>
            <a:chExt cx="745925" cy="196250"/>
          </a:xfrm>
        </p:grpSpPr>
        <p:sp>
          <p:nvSpPr>
            <p:cNvPr id="2176" name="Google Shape;2176;p45"/>
            <p:cNvSpPr/>
            <p:nvPr/>
          </p:nvSpPr>
          <p:spPr>
            <a:xfrm>
              <a:off x="353997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5"/>
            <p:cNvSpPr/>
            <p:nvPr/>
          </p:nvSpPr>
          <p:spPr>
            <a:xfrm>
              <a:off x="35766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45"/>
            <p:cNvSpPr/>
            <p:nvPr/>
          </p:nvSpPr>
          <p:spPr>
            <a:xfrm>
              <a:off x="36132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45"/>
            <p:cNvSpPr/>
            <p:nvPr/>
          </p:nvSpPr>
          <p:spPr>
            <a:xfrm>
              <a:off x="36499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45"/>
            <p:cNvSpPr/>
            <p:nvPr/>
          </p:nvSpPr>
          <p:spPr>
            <a:xfrm>
              <a:off x="36865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45"/>
            <p:cNvSpPr/>
            <p:nvPr/>
          </p:nvSpPr>
          <p:spPr>
            <a:xfrm>
              <a:off x="37232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45"/>
            <p:cNvSpPr/>
            <p:nvPr/>
          </p:nvSpPr>
          <p:spPr>
            <a:xfrm>
              <a:off x="37598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45"/>
            <p:cNvSpPr/>
            <p:nvPr/>
          </p:nvSpPr>
          <p:spPr>
            <a:xfrm>
              <a:off x="37964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45"/>
            <p:cNvSpPr/>
            <p:nvPr/>
          </p:nvSpPr>
          <p:spPr>
            <a:xfrm>
              <a:off x="383312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45"/>
            <p:cNvSpPr/>
            <p:nvPr/>
          </p:nvSpPr>
          <p:spPr>
            <a:xfrm>
              <a:off x="3869775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45"/>
            <p:cNvSpPr/>
            <p:nvPr/>
          </p:nvSpPr>
          <p:spPr>
            <a:xfrm>
              <a:off x="3906425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45"/>
            <p:cNvSpPr/>
            <p:nvPr/>
          </p:nvSpPr>
          <p:spPr>
            <a:xfrm>
              <a:off x="39430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1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45"/>
            <p:cNvSpPr/>
            <p:nvPr/>
          </p:nvSpPr>
          <p:spPr>
            <a:xfrm>
              <a:off x="397970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45"/>
            <p:cNvSpPr/>
            <p:nvPr/>
          </p:nvSpPr>
          <p:spPr>
            <a:xfrm>
              <a:off x="4016350" y="3523525"/>
              <a:ext cx="196275" cy="196250"/>
            </a:xfrm>
            <a:custGeom>
              <a:avLst/>
              <a:gdLst/>
              <a:ahLst/>
              <a:cxnLst/>
              <a:rect l="l" t="t" r="r" b="b"/>
              <a:pathLst>
                <a:path w="7851" h="7850" fill="none" extrusionOk="0">
                  <a:moveTo>
                    <a:pt x="1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45"/>
            <p:cNvSpPr/>
            <p:nvPr/>
          </p:nvSpPr>
          <p:spPr>
            <a:xfrm>
              <a:off x="405300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45"/>
            <p:cNvSpPr/>
            <p:nvPr/>
          </p:nvSpPr>
          <p:spPr>
            <a:xfrm>
              <a:off x="4089650" y="3523525"/>
              <a:ext cx="196250" cy="196250"/>
            </a:xfrm>
            <a:custGeom>
              <a:avLst/>
              <a:gdLst/>
              <a:ahLst/>
              <a:cxnLst/>
              <a:rect l="l" t="t" r="r" b="b"/>
              <a:pathLst>
                <a:path w="7850" h="7850" fill="none" extrusionOk="0">
                  <a:moveTo>
                    <a:pt x="0" y="0"/>
                  </a:moveTo>
                  <a:lnTo>
                    <a:pt x="7850" y="785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miter lim="1928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59033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2" name="Google Shape;772;p17"/>
          <p:cNvPicPr preferRelativeResize="0"/>
          <p:nvPr/>
        </p:nvPicPr>
        <p:blipFill rotWithShape="1">
          <a:blip r:embed="rId2">
            <a:alphaModFix amt="60000"/>
          </a:blip>
          <a:srcRect t="10" b="10"/>
          <a:stretch/>
        </p:blipFill>
        <p:spPr>
          <a:xfrm>
            <a:off x="0" y="1"/>
            <a:ext cx="914400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17"/>
          <p:cNvSpPr txBox="1">
            <a:spLocks noGrp="1"/>
          </p:cNvSpPr>
          <p:nvPr>
            <p:ph type="body" idx="1"/>
          </p:nvPr>
        </p:nvSpPr>
        <p:spPr>
          <a:xfrm flipH="1">
            <a:off x="4572000" y="1687975"/>
            <a:ext cx="3856500" cy="292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17"/>
          <p:cNvSpPr txBox="1">
            <a:spLocks noGrp="1"/>
          </p:cNvSpPr>
          <p:nvPr>
            <p:ph type="body" idx="2"/>
          </p:nvPr>
        </p:nvSpPr>
        <p:spPr>
          <a:xfrm flipH="1">
            <a:off x="715500" y="1687975"/>
            <a:ext cx="3856500" cy="292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75" name="Google Shape;775;p17"/>
          <p:cNvSpPr txBox="1">
            <a:spLocks noGrp="1"/>
          </p:cNvSpPr>
          <p:nvPr>
            <p:ph type="title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900"/>
              <a:buNone/>
              <a:defRPr sz="2900"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grpSp>
        <p:nvGrpSpPr>
          <p:cNvPr id="776" name="Google Shape;776;p17"/>
          <p:cNvGrpSpPr/>
          <p:nvPr/>
        </p:nvGrpSpPr>
        <p:grpSpPr>
          <a:xfrm>
            <a:off x="391864" y="4078670"/>
            <a:ext cx="289170" cy="284718"/>
            <a:chOff x="426000" y="3302025"/>
            <a:chExt cx="220875" cy="217475"/>
          </a:xfrm>
        </p:grpSpPr>
        <p:sp>
          <p:nvSpPr>
            <p:cNvPr id="777" name="Google Shape;777;p17"/>
            <p:cNvSpPr/>
            <p:nvPr/>
          </p:nvSpPr>
          <p:spPr>
            <a:xfrm>
              <a:off x="426000" y="3425950"/>
              <a:ext cx="214125" cy="93550"/>
            </a:xfrm>
            <a:custGeom>
              <a:avLst/>
              <a:gdLst/>
              <a:ahLst/>
              <a:cxnLst/>
              <a:rect l="l" t="t" r="r" b="b"/>
              <a:pathLst>
                <a:path w="8565" h="3742" extrusionOk="0">
                  <a:moveTo>
                    <a:pt x="1" y="0"/>
                  </a:moveTo>
                  <a:cubicBezTo>
                    <a:pt x="290" y="2141"/>
                    <a:pt x="2122" y="3742"/>
                    <a:pt x="4283" y="3742"/>
                  </a:cubicBezTo>
                  <a:cubicBezTo>
                    <a:pt x="6443" y="3742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7"/>
            <p:cNvSpPr/>
            <p:nvPr/>
          </p:nvSpPr>
          <p:spPr>
            <a:xfrm>
              <a:off x="432750" y="3302025"/>
              <a:ext cx="214125" cy="94050"/>
            </a:xfrm>
            <a:custGeom>
              <a:avLst/>
              <a:gdLst/>
              <a:ahLst/>
              <a:cxnLst/>
              <a:rect l="l" t="t" r="r" b="b"/>
              <a:pathLst>
                <a:path w="8565" h="3762" extrusionOk="0">
                  <a:moveTo>
                    <a:pt x="1" y="0"/>
                  </a:moveTo>
                  <a:cubicBezTo>
                    <a:pt x="271" y="2141"/>
                    <a:pt x="2103" y="3761"/>
                    <a:pt x="4283" y="3761"/>
                  </a:cubicBezTo>
                  <a:cubicBezTo>
                    <a:pt x="6443" y="3761"/>
                    <a:pt x="8275" y="2141"/>
                    <a:pt x="85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6943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500" y="538250"/>
            <a:ext cx="7713000" cy="4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550" y="1152475"/>
            <a:ext cx="7713000" cy="34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●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○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■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●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○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■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●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○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Char char="■"/>
              <a:defRPr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59" r:id="rId4"/>
    <p:sldLayoutId id="2147483660" r:id="rId5"/>
    <p:sldLayoutId id="2147483697" r:id="rId6"/>
    <p:sldLayoutId id="2147483698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mc:AlternateContent xmlns:mc="http://schemas.openxmlformats.org/markup-compatibility/2006" xmlns:p14="http://schemas.microsoft.com/office/powerpoint/2010/main">
    <mc:Choice Requires="p14">
      <p:transition spd="med" p14:dur="600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rawdaraafat/DEPI_HR_Projec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" name="Google Shape;2591;p58"/>
          <p:cNvSpPr txBox="1">
            <a:spLocks noGrp="1"/>
          </p:cNvSpPr>
          <p:nvPr>
            <p:ph type="ctrTitle"/>
          </p:nvPr>
        </p:nvSpPr>
        <p:spPr>
          <a:xfrm>
            <a:off x="624112" y="1501861"/>
            <a:ext cx="7895625" cy="164179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tr-TR" sz="5800" dirty="0"/>
              <a:t>HR ANALYSIS </a:t>
            </a:r>
            <a:r>
              <a:rPr lang="tr-TR" sz="5050" dirty="0">
                <a:solidFill>
                  <a:schemeClr val="dk2"/>
                </a:solidFill>
              </a:rPr>
              <a:t>DASHBOARD PROJECT</a:t>
            </a:r>
            <a:endParaRPr sz="5050" dirty="0">
              <a:solidFill>
                <a:schemeClr val="dk2"/>
              </a:solidFill>
            </a:endParaRPr>
          </a:p>
        </p:txBody>
      </p:sp>
      <p:cxnSp>
        <p:nvCxnSpPr>
          <p:cNvPr id="2594" name="Google Shape;2594;p58"/>
          <p:cNvCxnSpPr/>
          <p:nvPr/>
        </p:nvCxnSpPr>
        <p:spPr>
          <a:xfrm>
            <a:off x="1863749" y="3162850"/>
            <a:ext cx="54165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82B381A-8A67-A89F-4E26-373C4A173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4876" y="390317"/>
            <a:ext cx="974096" cy="8955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Google Shape;2599;p59"/>
          <p:cNvSpPr txBox="1">
            <a:spLocks noGrp="1"/>
          </p:cNvSpPr>
          <p:nvPr>
            <p:ph type="title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 Members</a:t>
            </a:r>
            <a:endParaRPr dirty="0"/>
          </a:p>
        </p:txBody>
      </p:sp>
      <p:sp>
        <p:nvSpPr>
          <p:cNvPr id="2" name="Google Shape;2617;p60">
            <a:extLst>
              <a:ext uri="{FF2B5EF4-FFF2-40B4-BE49-F238E27FC236}">
                <a16:creationId xmlns:a16="http://schemas.microsoft.com/office/drawing/2014/main" id="{B05E9DA5-C383-7598-70FA-265AE308A51C}"/>
              </a:ext>
            </a:extLst>
          </p:cNvPr>
          <p:cNvSpPr/>
          <p:nvPr/>
        </p:nvSpPr>
        <p:spPr>
          <a:xfrm>
            <a:off x="715500" y="1262703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2619;p60">
            <a:extLst>
              <a:ext uri="{FF2B5EF4-FFF2-40B4-BE49-F238E27FC236}">
                <a16:creationId xmlns:a16="http://schemas.microsoft.com/office/drawing/2014/main" id="{BBE5B6AC-1644-D483-95A2-3DD5D9BEB3B8}"/>
              </a:ext>
            </a:extLst>
          </p:cNvPr>
          <p:cNvSpPr txBox="1">
            <a:spLocks/>
          </p:cNvSpPr>
          <p:nvPr/>
        </p:nvSpPr>
        <p:spPr>
          <a:xfrm>
            <a:off x="646298" y="1167783"/>
            <a:ext cx="685641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18287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ctr"/>
            <a:r>
              <a:rPr lang="en" sz="2400" dirty="0">
                <a:solidFill>
                  <a:schemeClr val="dk1"/>
                </a:solidFill>
              </a:rPr>
              <a:t>01</a:t>
            </a:r>
          </a:p>
        </p:txBody>
      </p:sp>
      <p:sp>
        <p:nvSpPr>
          <p:cNvPr id="16" name="Google Shape;2617;p60">
            <a:extLst>
              <a:ext uri="{FF2B5EF4-FFF2-40B4-BE49-F238E27FC236}">
                <a16:creationId xmlns:a16="http://schemas.microsoft.com/office/drawing/2014/main" id="{3DF3A1B9-7FF9-9301-62F4-7D7CA95FCD33}"/>
              </a:ext>
            </a:extLst>
          </p:cNvPr>
          <p:cNvSpPr/>
          <p:nvPr/>
        </p:nvSpPr>
        <p:spPr>
          <a:xfrm>
            <a:off x="711364" y="2017456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2619;p60">
            <a:extLst>
              <a:ext uri="{FF2B5EF4-FFF2-40B4-BE49-F238E27FC236}">
                <a16:creationId xmlns:a16="http://schemas.microsoft.com/office/drawing/2014/main" id="{F611E881-4F15-27EF-4487-4AF88EEC54F6}"/>
              </a:ext>
            </a:extLst>
          </p:cNvPr>
          <p:cNvSpPr txBox="1">
            <a:spLocks/>
          </p:cNvSpPr>
          <p:nvPr/>
        </p:nvSpPr>
        <p:spPr>
          <a:xfrm>
            <a:off x="553987" y="1943503"/>
            <a:ext cx="870265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18287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ctr"/>
            <a:r>
              <a:rPr lang="en" sz="2400" dirty="0">
                <a:solidFill>
                  <a:schemeClr val="dk1"/>
                </a:solidFill>
              </a:rPr>
              <a:t>02</a:t>
            </a:r>
          </a:p>
        </p:txBody>
      </p:sp>
      <p:sp>
        <p:nvSpPr>
          <p:cNvPr id="17" name="Google Shape;2617;p60">
            <a:extLst>
              <a:ext uri="{FF2B5EF4-FFF2-40B4-BE49-F238E27FC236}">
                <a16:creationId xmlns:a16="http://schemas.microsoft.com/office/drawing/2014/main" id="{CAA772FC-9C9C-084A-A096-349C9A5CEBC5}"/>
              </a:ext>
            </a:extLst>
          </p:cNvPr>
          <p:cNvSpPr/>
          <p:nvPr/>
        </p:nvSpPr>
        <p:spPr>
          <a:xfrm>
            <a:off x="711362" y="2801650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2617;p60">
            <a:extLst>
              <a:ext uri="{FF2B5EF4-FFF2-40B4-BE49-F238E27FC236}">
                <a16:creationId xmlns:a16="http://schemas.microsoft.com/office/drawing/2014/main" id="{6086E64E-2A83-FCCD-9700-869A6B0A0A94}"/>
              </a:ext>
            </a:extLst>
          </p:cNvPr>
          <p:cNvSpPr/>
          <p:nvPr/>
        </p:nvSpPr>
        <p:spPr>
          <a:xfrm>
            <a:off x="4572000" y="1262703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2617;p60">
            <a:extLst>
              <a:ext uri="{FF2B5EF4-FFF2-40B4-BE49-F238E27FC236}">
                <a16:creationId xmlns:a16="http://schemas.microsoft.com/office/drawing/2014/main" id="{258437B5-C444-9D84-73D3-BF8A56B85DF4}"/>
              </a:ext>
            </a:extLst>
          </p:cNvPr>
          <p:cNvSpPr/>
          <p:nvPr/>
        </p:nvSpPr>
        <p:spPr>
          <a:xfrm>
            <a:off x="4572000" y="2017456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617;p60">
            <a:extLst>
              <a:ext uri="{FF2B5EF4-FFF2-40B4-BE49-F238E27FC236}">
                <a16:creationId xmlns:a16="http://schemas.microsoft.com/office/drawing/2014/main" id="{8145F9A2-BF73-A233-20C1-C02159AF4985}"/>
              </a:ext>
            </a:extLst>
          </p:cNvPr>
          <p:cNvSpPr/>
          <p:nvPr/>
        </p:nvSpPr>
        <p:spPr>
          <a:xfrm>
            <a:off x="4571999" y="2804928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619;p60">
            <a:extLst>
              <a:ext uri="{FF2B5EF4-FFF2-40B4-BE49-F238E27FC236}">
                <a16:creationId xmlns:a16="http://schemas.microsoft.com/office/drawing/2014/main" id="{5E0A82B8-9C23-1DFC-6755-5E26687AA333}"/>
              </a:ext>
            </a:extLst>
          </p:cNvPr>
          <p:cNvSpPr txBox="1">
            <a:spLocks/>
          </p:cNvSpPr>
          <p:nvPr/>
        </p:nvSpPr>
        <p:spPr>
          <a:xfrm>
            <a:off x="553985" y="2719223"/>
            <a:ext cx="870265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18287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ctr"/>
            <a:r>
              <a:rPr lang="en" sz="2400" dirty="0">
                <a:solidFill>
                  <a:schemeClr val="dk1"/>
                </a:solidFill>
              </a:rPr>
              <a:t>03</a:t>
            </a:r>
          </a:p>
        </p:txBody>
      </p:sp>
      <p:sp>
        <p:nvSpPr>
          <p:cNvPr id="22" name="Google Shape;2619;p60">
            <a:extLst>
              <a:ext uri="{FF2B5EF4-FFF2-40B4-BE49-F238E27FC236}">
                <a16:creationId xmlns:a16="http://schemas.microsoft.com/office/drawing/2014/main" id="{3843AFE0-064C-B54D-62E0-CDF585C9F71C}"/>
              </a:ext>
            </a:extLst>
          </p:cNvPr>
          <p:cNvSpPr txBox="1">
            <a:spLocks/>
          </p:cNvSpPr>
          <p:nvPr/>
        </p:nvSpPr>
        <p:spPr>
          <a:xfrm>
            <a:off x="4414624" y="1208136"/>
            <a:ext cx="870265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18287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ctr"/>
            <a:r>
              <a:rPr lang="en" sz="2400" dirty="0">
                <a:solidFill>
                  <a:schemeClr val="dk1"/>
                </a:solidFill>
              </a:rPr>
              <a:t>04</a:t>
            </a:r>
          </a:p>
        </p:txBody>
      </p:sp>
      <p:sp>
        <p:nvSpPr>
          <p:cNvPr id="23" name="Google Shape;2619;p60">
            <a:extLst>
              <a:ext uri="{FF2B5EF4-FFF2-40B4-BE49-F238E27FC236}">
                <a16:creationId xmlns:a16="http://schemas.microsoft.com/office/drawing/2014/main" id="{01AFA90E-FEC4-E156-2607-D02A51BE13E6}"/>
              </a:ext>
            </a:extLst>
          </p:cNvPr>
          <p:cNvSpPr txBox="1">
            <a:spLocks/>
          </p:cNvSpPr>
          <p:nvPr/>
        </p:nvSpPr>
        <p:spPr>
          <a:xfrm>
            <a:off x="4414621" y="1943503"/>
            <a:ext cx="870265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18287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ctr"/>
            <a:r>
              <a:rPr lang="en" sz="2400" dirty="0">
                <a:solidFill>
                  <a:schemeClr val="dk1"/>
                </a:solidFill>
              </a:rPr>
              <a:t>05</a:t>
            </a:r>
          </a:p>
        </p:txBody>
      </p:sp>
      <p:sp>
        <p:nvSpPr>
          <p:cNvPr id="24" name="Google Shape;2619;p60">
            <a:extLst>
              <a:ext uri="{FF2B5EF4-FFF2-40B4-BE49-F238E27FC236}">
                <a16:creationId xmlns:a16="http://schemas.microsoft.com/office/drawing/2014/main" id="{E20EA3AC-7C64-5292-6AFB-0629B2930E6A}"/>
              </a:ext>
            </a:extLst>
          </p:cNvPr>
          <p:cNvSpPr txBox="1">
            <a:spLocks/>
          </p:cNvSpPr>
          <p:nvPr/>
        </p:nvSpPr>
        <p:spPr>
          <a:xfrm>
            <a:off x="4414622" y="2720558"/>
            <a:ext cx="870265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18287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ctr"/>
            <a:r>
              <a:rPr lang="en" sz="2400" dirty="0">
                <a:solidFill>
                  <a:schemeClr val="dk1"/>
                </a:solidFill>
              </a:rPr>
              <a:t>06</a:t>
            </a:r>
          </a:p>
        </p:txBody>
      </p:sp>
      <p:sp>
        <p:nvSpPr>
          <p:cNvPr id="25" name="Google Shape;2620;p60">
            <a:extLst>
              <a:ext uri="{FF2B5EF4-FFF2-40B4-BE49-F238E27FC236}">
                <a16:creationId xmlns:a16="http://schemas.microsoft.com/office/drawing/2014/main" id="{9B3005EF-02BA-5063-ED31-73433A7EEDA2}"/>
              </a:ext>
            </a:extLst>
          </p:cNvPr>
          <p:cNvSpPr txBox="1">
            <a:spLocks/>
          </p:cNvSpPr>
          <p:nvPr/>
        </p:nvSpPr>
        <p:spPr>
          <a:xfrm>
            <a:off x="1331939" y="1374627"/>
            <a:ext cx="2729824" cy="354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ts val="2850"/>
              </a:lnSpc>
              <a:buSzPct val="100000"/>
            </a:pPr>
            <a:r>
              <a:rPr lang="en-US" sz="1800" b="1" dirty="0">
                <a:solidFill>
                  <a:srgbClr val="E0D6D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Omar Eissa Ibrahim</a:t>
            </a:r>
          </a:p>
        </p:txBody>
      </p:sp>
      <p:sp>
        <p:nvSpPr>
          <p:cNvPr id="26" name="Google Shape;2620;p60">
            <a:extLst>
              <a:ext uri="{FF2B5EF4-FFF2-40B4-BE49-F238E27FC236}">
                <a16:creationId xmlns:a16="http://schemas.microsoft.com/office/drawing/2014/main" id="{C82434A1-0584-86A6-FD2F-A78372A45CD3}"/>
              </a:ext>
            </a:extLst>
          </p:cNvPr>
          <p:cNvSpPr txBox="1">
            <a:spLocks/>
          </p:cNvSpPr>
          <p:nvPr/>
        </p:nvSpPr>
        <p:spPr>
          <a:xfrm>
            <a:off x="1331939" y="2069677"/>
            <a:ext cx="3018680" cy="354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ts val="2850"/>
              </a:lnSpc>
              <a:buSzPct val="100000"/>
            </a:pPr>
            <a:r>
              <a:rPr lang="en-US" sz="1800" b="1" dirty="0">
                <a:solidFill>
                  <a:srgbClr val="E0D6D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Omar Mahmoud Kamel</a:t>
            </a:r>
          </a:p>
        </p:txBody>
      </p:sp>
      <p:sp>
        <p:nvSpPr>
          <p:cNvPr id="27" name="Google Shape;2620;p60">
            <a:extLst>
              <a:ext uri="{FF2B5EF4-FFF2-40B4-BE49-F238E27FC236}">
                <a16:creationId xmlns:a16="http://schemas.microsoft.com/office/drawing/2014/main" id="{A805004C-9154-74A6-6693-8A515D203586}"/>
              </a:ext>
            </a:extLst>
          </p:cNvPr>
          <p:cNvSpPr txBox="1">
            <a:spLocks/>
          </p:cNvSpPr>
          <p:nvPr/>
        </p:nvSpPr>
        <p:spPr>
          <a:xfrm>
            <a:off x="1331939" y="2893284"/>
            <a:ext cx="2729824" cy="354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ts val="2850"/>
              </a:lnSpc>
              <a:buSzPct val="100000"/>
            </a:pPr>
            <a:r>
              <a:rPr lang="en-US" sz="1800" b="1" dirty="0">
                <a:solidFill>
                  <a:srgbClr val="E0D6D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Diana Adel</a:t>
            </a:r>
          </a:p>
        </p:txBody>
      </p:sp>
      <p:sp>
        <p:nvSpPr>
          <p:cNvPr id="28" name="Google Shape;2620;p60">
            <a:extLst>
              <a:ext uri="{FF2B5EF4-FFF2-40B4-BE49-F238E27FC236}">
                <a16:creationId xmlns:a16="http://schemas.microsoft.com/office/drawing/2014/main" id="{49A1F4E5-D7AC-86E7-26BC-8F7874ACFFD1}"/>
              </a:ext>
            </a:extLst>
          </p:cNvPr>
          <p:cNvSpPr txBox="1">
            <a:spLocks/>
          </p:cNvSpPr>
          <p:nvPr/>
        </p:nvSpPr>
        <p:spPr>
          <a:xfrm>
            <a:off x="5191519" y="1345421"/>
            <a:ext cx="2729824" cy="354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ts val="2850"/>
              </a:lnSpc>
              <a:buSzPct val="100000"/>
            </a:pPr>
            <a:r>
              <a:rPr lang="en-US" sz="1800" b="1" dirty="0">
                <a:solidFill>
                  <a:srgbClr val="E0D6D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Rawda Raafat Ramadan</a:t>
            </a:r>
            <a:endParaRPr lang="en-US" sz="1800" b="1" dirty="0"/>
          </a:p>
        </p:txBody>
      </p:sp>
      <p:sp>
        <p:nvSpPr>
          <p:cNvPr id="29" name="Google Shape;2620;p60">
            <a:extLst>
              <a:ext uri="{FF2B5EF4-FFF2-40B4-BE49-F238E27FC236}">
                <a16:creationId xmlns:a16="http://schemas.microsoft.com/office/drawing/2014/main" id="{5C2D80A4-F302-0CA3-7489-C7717B7AD68A}"/>
              </a:ext>
            </a:extLst>
          </p:cNvPr>
          <p:cNvSpPr txBox="1">
            <a:spLocks/>
          </p:cNvSpPr>
          <p:nvPr/>
        </p:nvSpPr>
        <p:spPr>
          <a:xfrm>
            <a:off x="5191519" y="2126193"/>
            <a:ext cx="3398486" cy="354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ts val="2850"/>
              </a:lnSpc>
              <a:buSzPct val="100000"/>
            </a:pPr>
            <a:r>
              <a:rPr lang="en-US" sz="1800" b="1" dirty="0">
                <a:solidFill>
                  <a:srgbClr val="E0D6D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Maryam Ahmed Salah El-Din</a:t>
            </a:r>
            <a:endParaRPr lang="en-US" sz="1800" b="1" dirty="0"/>
          </a:p>
        </p:txBody>
      </p:sp>
      <p:sp>
        <p:nvSpPr>
          <p:cNvPr id="30" name="Google Shape;2620;p60">
            <a:extLst>
              <a:ext uri="{FF2B5EF4-FFF2-40B4-BE49-F238E27FC236}">
                <a16:creationId xmlns:a16="http://schemas.microsoft.com/office/drawing/2014/main" id="{6BB4577B-5539-1307-A2A4-CF8916BBB5CA}"/>
              </a:ext>
            </a:extLst>
          </p:cNvPr>
          <p:cNvSpPr txBox="1">
            <a:spLocks/>
          </p:cNvSpPr>
          <p:nvPr/>
        </p:nvSpPr>
        <p:spPr>
          <a:xfrm>
            <a:off x="5191519" y="2893284"/>
            <a:ext cx="2729824" cy="354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ts val="2850"/>
              </a:lnSpc>
              <a:buClrTx/>
              <a:buSzPct val="100000"/>
            </a:pPr>
            <a:r>
              <a:rPr lang="en-US" sz="1800" b="1" kern="1200" dirty="0">
                <a:solidFill>
                  <a:srgbClr val="E0D6DE"/>
                </a:solidFill>
                <a:latin typeface="Fira Sans" panose="020B0503050000020004" pitchFamily="34" charset="0"/>
                <a:ea typeface="Fira Sans" panose="020B0503050000020004" pitchFamily="34" charset="0"/>
                <a:cs typeface="Fira Sans" panose="020B0503050000020004" pitchFamily="34" charset="0"/>
              </a:rPr>
              <a:t>Habiba Ragab Mohamed</a:t>
            </a:r>
            <a:endParaRPr lang="en-GB" sz="18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9F73CB6-1922-4F92-B69A-808847126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739" y="131098"/>
            <a:ext cx="974096" cy="8955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5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5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9" grpId="0"/>
      <p:bldP spid="2" grpId="0" animBg="1"/>
      <p:bldP spid="3" grpId="0"/>
      <p:bldP spid="16" grpId="0" animBg="1"/>
      <p:bldP spid="15" grpId="0"/>
      <p:bldP spid="17" grpId="0" animBg="1"/>
      <p:bldP spid="18" grpId="0" animBg="1"/>
      <p:bldP spid="19" grpId="0" animBg="1"/>
      <p:bldP spid="20" grpId="0" animBg="1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" name="Google Shape;2618;p60"/>
          <p:cNvSpPr txBox="1">
            <a:spLocks noGrp="1"/>
          </p:cNvSpPr>
          <p:nvPr>
            <p:ph type="title" idx="21"/>
          </p:nvPr>
        </p:nvSpPr>
        <p:spPr>
          <a:xfrm>
            <a:off x="563954" y="60402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OVERVIEW</a:t>
            </a:r>
            <a:endParaRPr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B61522D9-181F-343A-C6B5-D1578A3E1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9524" y="10229"/>
            <a:ext cx="974096" cy="895540"/>
          </a:xfrm>
          <a:prstGeom prst="rect">
            <a:avLst/>
          </a:prstGeom>
        </p:spPr>
      </p:pic>
      <p:sp>
        <p:nvSpPr>
          <p:cNvPr id="4" name="Subtitle 3">
            <a:extLst>
              <a:ext uri="{FF2B5EF4-FFF2-40B4-BE49-F238E27FC236}">
                <a16:creationId xmlns:a16="http://schemas.microsoft.com/office/drawing/2014/main" id="{A6CAC482-73A0-5A06-4171-58B514C6E54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44052" y="1306886"/>
            <a:ext cx="7226372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ar-SA" altLang="ar-SA" sz="1800" dirty="0">
                <a:solidFill>
                  <a:schemeClr val="bg1"/>
                </a:solidFill>
                <a:latin typeface="Aldrich" panose="020B0604020202020204" charset="0"/>
              </a:rPr>
              <a:t>This project 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analyzes Human Resources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D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ata to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U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ncover workforce </a:t>
            </a:r>
            <a:r>
              <a:rPr lang="ar-SA" altLang="ar-SA" sz="1800" dirty="0">
                <a:solidFill>
                  <a:schemeClr val="bg1"/>
                </a:solidFill>
                <a:latin typeface="Aldrich" panose="020B0604020202020204" charset="0"/>
              </a:rPr>
              <a:t>patterns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 and generate meaningful insights. It focuses on key areas such as </a:t>
            </a:r>
            <a:r>
              <a:rPr kumimoji="0" lang="en-US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E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mployee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D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emographics, hiring trends, department distribution, and attrition rates to better understand organizational dynamics.</a:t>
            </a:r>
            <a:endParaRPr kumimoji="0" lang="en-US" altLang="ar-SA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ldrich" panose="020B060402020202020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ar-SA" altLang="ar-SA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ldrich" panose="020B060402020202020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The analysis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H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elps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I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dentify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F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actors that impact employee retention and workforce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P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lanning. The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F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inal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O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utcome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I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s an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I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nteractive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D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ashboard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T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hat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P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resents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T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hese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I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nsights in a clear and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V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isual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W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ay,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E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nabling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S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takeholders to make more </a:t>
            </a:r>
            <a:r>
              <a:rPr kumimoji="0" lang="en-US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I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nformed, </a:t>
            </a:r>
            <a:r>
              <a:rPr lang="en-US" altLang="ar-SA" sz="1800" dirty="0">
                <a:solidFill>
                  <a:schemeClr val="bg1"/>
                </a:solidFill>
                <a:latin typeface="Aldrich" panose="020B0604020202020204" charset="0"/>
              </a:rPr>
              <a:t>D</a:t>
            </a:r>
            <a:r>
              <a:rPr kumimoji="0" lang="ar-SA" altLang="ar-SA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ldrich" panose="020B0604020202020204" charset="0"/>
              </a:rPr>
              <a:t>ata-driven HR decisions.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1">
          <a:extLst>
            <a:ext uri="{FF2B5EF4-FFF2-40B4-BE49-F238E27FC236}">
              <a16:creationId xmlns:a16="http://schemas.microsoft.com/office/drawing/2014/main" id="{C24C0480-1BD3-61BC-D71F-F3389DD0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" name="Google Shape;2618;p60">
            <a:extLst>
              <a:ext uri="{FF2B5EF4-FFF2-40B4-BE49-F238E27FC236}">
                <a16:creationId xmlns:a16="http://schemas.microsoft.com/office/drawing/2014/main" id="{AD8FF123-F2CE-B752-A3E0-384C2ECC18F2}"/>
              </a:ext>
            </a:extLst>
          </p:cNvPr>
          <p:cNvSpPr txBox="1">
            <a:spLocks noGrp="1"/>
          </p:cNvSpPr>
          <p:nvPr>
            <p:ph type="title" idx="21"/>
          </p:nvPr>
        </p:nvSpPr>
        <p:spPr>
          <a:xfrm>
            <a:off x="563954" y="60402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SOURCE</a:t>
            </a:r>
            <a:endParaRPr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E7392E84-EAD8-BD11-B3ED-BDCE5D2C1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9524" y="156250"/>
            <a:ext cx="974096" cy="89554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84844823-48F7-E881-0798-8B9C451C6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334" y="1262470"/>
            <a:ext cx="5789826" cy="2867570"/>
          </a:xfrm>
        </p:spPr>
        <p:txBody>
          <a:bodyPr/>
          <a:lstStyle/>
          <a:p>
            <a:r>
              <a:rPr lang="en-US" dirty="0"/>
              <a:t>Digital Egypt Pioneers Initiative (DIPE)</a:t>
            </a:r>
          </a:p>
          <a:p>
            <a:r>
              <a:rPr lang="en-US" dirty="0"/>
              <a:t>(Excel, csv)</a:t>
            </a:r>
            <a:endParaRPr lang="ar-SA" dirty="0"/>
          </a:p>
        </p:txBody>
      </p:sp>
    </p:spTree>
    <p:extLst>
      <p:ext uri="{BB962C8B-B14F-4D97-AF65-F5344CB8AC3E}">
        <p14:creationId xmlns:p14="http://schemas.microsoft.com/office/powerpoint/2010/main" val="2124137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1">
          <a:extLst>
            <a:ext uri="{FF2B5EF4-FFF2-40B4-BE49-F238E27FC236}">
              <a16:creationId xmlns:a16="http://schemas.microsoft.com/office/drawing/2014/main" id="{C24C0480-1BD3-61BC-D71F-F3389DD0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" name="Google Shape;2618;p60">
            <a:extLst>
              <a:ext uri="{FF2B5EF4-FFF2-40B4-BE49-F238E27FC236}">
                <a16:creationId xmlns:a16="http://schemas.microsoft.com/office/drawing/2014/main" id="{AD8FF123-F2CE-B752-A3E0-384C2ECC18F2}"/>
              </a:ext>
            </a:extLst>
          </p:cNvPr>
          <p:cNvSpPr txBox="1">
            <a:spLocks noGrp="1"/>
          </p:cNvSpPr>
          <p:nvPr>
            <p:ph type="title" idx="21"/>
          </p:nvPr>
        </p:nvSpPr>
        <p:spPr>
          <a:xfrm>
            <a:off x="563954" y="60402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Question To Be Answer</a:t>
            </a:r>
            <a:endParaRPr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E7392E84-EAD8-BD11-B3ED-BDCE5D2C1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9524" y="156250"/>
            <a:ext cx="974096" cy="89554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84844823-48F7-E881-0798-8B9C451C6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5565" y="959444"/>
            <a:ext cx="7938666" cy="3488507"/>
          </a:xfrm>
        </p:spPr>
        <p:txBody>
          <a:bodyPr/>
          <a:lstStyle/>
          <a:p>
            <a:endParaRPr lang="en-US" sz="1600" b="1" dirty="0">
              <a:latin typeface="+mj-lt"/>
            </a:endParaRPr>
          </a:p>
          <a:p>
            <a:pPr>
              <a:buFont typeface="+mj-lt"/>
              <a:buAutoNum type="arabicPeriod"/>
            </a:pPr>
            <a:r>
              <a:rPr lang="en-US" sz="1600" b="1" dirty="0">
                <a:latin typeface="+mj-lt"/>
              </a:rPr>
              <a:t>What is the demographic profile of the workforce (Age, Gender, and Department distribution)?</a:t>
            </a:r>
          </a:p>
          <a:p>
            <a:pPr>
              <a:buFont typeface="+mj-lt"/>
              <a:buAutoNum type="arabicPeriod"/>
            </a:pPr>
            <a:endParaRPr lang="en-US" sz="1600" dirty="0">
              <a:latin typeface="+mj-lt"/>
            </a:endParaRPr>
          </a:p>
          <a:p>
            <a:pPr>
              <a:buFont typeface="+mj-lt"/>
              <a:buAutoNum type="arabicPeriod"/>
            </a:pPr>
            <a:r>
              <a:rPr lang="en-US" sz="1600" b="1" dirty="0">
                <a:latin typeface="+mj-lt"/>
              </a:rPr>
              <a:t>How is the geographic distribution and commute distance impacting the employees?</a:t>
            </a:r>
          </a:p>
          <a:p>
            <a:pPr>
              <a:buFont typeface="+mj-lt"/>
              <a:buAutoNum type="arabicPeriod"/>
            </a:pPr>
            <a:endParaRPr lang="en-US" sz="1600" dirty="0">
              <a:latin typeface="+mj-lt"/>
            </a:endParaRPr>
          </a:p>
          <a:p>
            <a:pPr>
              <a:buFont typeface="+mj-lt"/>
              <a:buAutoNum type="arabicPeriod"/>
            </a:pPr>
            <a:r>
              <a:rPr lang="en-US" sz="1600" b="1" dirty="0">
                <a:latin typeface="+mj-lt"/>
              </a:rPr>
              <a:t>What are the key drivers of employee attrition (Overtime, Salary ranges, and Departments)?</a:t>
            </a:r>
          </a:p>
          <a:p>
            <a:pPr>
              <a:buFont typeface="+mj-lt"/>
              <a:buAutoNum type="arabicPeriod"/>
            </a:pPr>
            <a:endParaRPr lang="en-US" sz="1600" dirty="0">
              <a:latin typeface="+mj-lt"/>
            </a:endParaRPr>
          </a:p>
          <a:p>
            <a:pPr>
              <a:buFont typeface="+mj-lt"/>
              <a:buAutoNum type="arabicPeriod"/>
            </a:pPr>
            <a:r>
              <a:rPr lang="en-US" sz="1600" b="1" dirty="0">
                <a:latin typeface="+mj-lt"/>
              </a:rPr>
              <a:t>How are compensation and stock options distributed across different job roles?</a:t>
            </a:r>
            <a:endParaRPr lang="en-US" sz="1600" dirty="0">
              <a:latin typeface="+mj-lt"/>
            </a:endParaRPr>
          </a:p>
          <a:p>
            <a:endParaRPr lang="ar-SA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02898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5" name="Google Shape;2655;p61"/>
          <p:cNvSpPr txBox="1">
            <a:spLocks noGrp="1"/>
          </p:cNvSpPr>
          <p:nvPr>
            <p:ph type="title" idx="17"/>
          </p:nvPr>
        </p:nvSpPr>
        <p:spPr>
          <a:xfrm>
            <a:off x="715500" y="53825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ANALYSIS STEPS</a:t>
            </a:r>
            <a:endParaRPr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70D9FFF-0B7B-13E9-4585-464A5CE07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388" y="138080"/>
            <a:ext cx="974096" cy="89554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1A8E20C-8339-59C2-ED5F-1BB62DCF39C5}"/>
              </a:ext>
            </a:extLst>
          </p:cNvPr>
          <p:cNvGrpSpPr/>
          <p:nvPr/>
        </p:nvGrpSpPr>
        <p:grpSpPr>
          <a:xfrm>
            <a:off x="344047" y="1706409"/>
            <a:ext cx="8148389" cy="1805187"/>
            <a:chOff x="476099" y="1708492"/>
            <a:chExt cx="8148389" cy="1805187"/>
          </a:xfrm>
        </p:grpSpPr>
        <p:sp>
          <p:nvSpPr>
            <p:cNvPr id="25" name="Google Shape;7107;p119">
              <a:extLst>
                <a:ext uri="{FF2B5EF4-FFF2-40B4-BE49-F238E27FC236}">
                  <a16:creationId xmlns:a16="http://schemas.microsoft.com/office/drawing/2014/main" id="{FC890539-EC19-F791-C923-D88CE3862078}"/>
                </a:ext>
              </a:extLst>
            </p:cNvPr>
            <p:cNvSpPr/>
            <p:nvPr/>
          </p:nvSpPr>
          <p:spPr>
            <a:xfrm>
              <a:off x="1699901" y="1711283"/>
              <a:ext cx="1144310" cy="903710"/>
            </a:xfrm>
            <a:prstGeom prst="round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endParaRPr>
            </a:p>
          </p:txBody>
        </p:sp>
        <p:sp>
          <p:nvSpPr>
            <p:cNvPr id="26" name="Google Shape;7108;p119">
              <a:extLst>
                <a:ext uri="{FF2B5EF4-FFF2-40B4-BE49-F238E27FC236}">
                  <a16:creationId xmlns:a16="http://schemas.microsoft.com/office/drawing/2014/main" id="{F9DAE1E3-FAD1-501B-BB47-82477AF53396}"/>
                </a:ext>
              </a:extLst>
            </p:cNvPr>
            <p:cNvSpPr/>
            <p:nvPr/>
          </p:nvSpPr>
          <p:spPr>
            <a:xfrm>
              <a:off x="2846536" y="2609876"/>
              <a:ext cx="1144292" cy="903803"/>
            </a:xfrm>
            <a:prstGeom prst="round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7109;p119">
              <a:extLst>
                <a:ext uri="{FF2B5EF4-FFF2-40B4-BE49-F238E27FC236}">
                  <a16:creationId xmlns:a16="http://schemas.microsoft.com/office/drawing/2014/main" id="{F4F1B7BD-DE8A-4F62-CEDA-9D600B773C89}"/>
                </a:ext>
              </a:extLst>
            </p:cNvPr>
            <p:cNvSpPr/>
            <p:nvPr/>
          </p:nvSpPr>
          <p:spPr>
            <a:xfrm>
              <a:off x="3993171" y="1708492"/>
              <a:ext cx="1144292" cy="903803"/>
            </a:xfrm>
            <a:prstGeom prst="round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7110;p119">
              <a:extLst>
                <a:ext uri="{FF2B5EF4-FFF2-40B4-BE49-F238E27FC236}">
                  <a16:creationId xmlns:a16="http://schemas.microsoft.com/office/drawing/2014/main" id="{03D02F9A-B494-5116-C692-9A805FF0CF6E}"/>
                </a:ext>
              </a:extLst>
            </p:cNvPr>
            <p:cNvSpPr/>
            <p:nvPr/>
          </p:nvSpPr>
          <p:spPr>
            <a:xfrm>
              <a:off x="553267" y="2609876"/>
              <a:ext cx="1144292" cy="903803"/>
            </a:xfrm>
            <a:prstGeom prst="round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7111;p119">
              <a:extLst>
                <a:ext uri="{FF2B5EF4-FFF2-40B4-BE49-F238E27FC236}">
                  <a16:creationId xmlns:a16="http://schemas.microsoft.com/office/drawing/2014/main" id="{8C5E0C4F-DD94-B70D-CF11-AE553B8855EF}"/>
                </a:ext>
              </a:extLst>
            </p:cNvPr>
            <p:cNvSpPr txBox="1"/>
            <p:nvPr/>
          </p:nvSpPr>
          <p:spPr>
            <a:xfrm flipH="1">
              <a:off x="3936412" y="2225708"/>
              <a:ext cx="1272170" cy="2935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>
                  <a:solidFill>
                    <a:schemeClr val="lt1"/>
                  </a:solidFill>
                  <a:latin typeface="Bai Jamjuree"/>
                  <a:cs typeface="Bai Jamjuree"/>
                  <a:sym typeface="Bai Jamjuree"/>
                </a:rPr>
                <a:t>Visual</a:t>
              </a:r>
              <a:r>
                <a:rPr lang="en-GB" sz="1000" b="1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 </a:t>
              </a:r>
              <a:r>
                <a:rPr lang="en-GB" dirty="0">
                  <a:solidFill>
                    <a:schemeClr val="lt1"/>
                  </a:solidFill>
                  <a:latin typeface="Bai Jamjuree"/>
                  <a:cs typeface="Bai Jamjuree"/>
                  <a:sym typeface="Bai Jamjuree"/>
                </a:rPr>
                <a:t>Sample</a:t>
              </a:r>
              <a:endParaRPr dirty="0">
                <a:solidFill>
                  <a:schemeClr val="lt1"/>
                </a:solidFill>
                <a:latin typeface="Bai Jamjuree"/>
                <a:cs typeface="Bai Jamjuree"/>
                <a:sym typeface="La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dirty="0">
                <a:solidFill>
                  <a:srgbClr val="000000"/>
                </a:solidFill>
                <a:latin typeface="Abel"/>
                <a:ea typeface="Abel"/>
                <a:cs typeface="Abel"/>
                <a:sym typeface="Abel"/>
              </a:endParaRPr>
            </a:p>
          </p:txBody>
        </p:sp>
        <p:sp>
          <p:nvSpPr>
            <p:cNvPr id="30" name="Google Shape;7112;p119">
              <a:extLst>
                <a:ext uri="{FF2B5EF4-FFF2-40B4-BE49-F238E27FC236}">
                  <a16:creationId xmlns:a16="http://schemas.microsoft.com/office/drawing/2014/main" id="{2BA3F8B2-812A-D634-BF1E-A29493B27B52}"/>
                </a:ext>
              </a:extLst>
            </p:cNvPr>
            <p:cNvSpPr txBox="1"/>
            <p:nvPr/>
          </p:nvSpPr>
          <p:spPr>
            <a:xfrm flipH="1">
              <a:off x="4044137" y="1823201"/>
              <a:ext cx="1056722" cy="2243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 dirty="0">
                  <a:solidFill>
                    <a:schemeClr val="dk2"/>
                  </a:solidFill>
                  <a:latin typeface="Aldrich"/>
                  <a:ea typeface="Aldrich"/>
                  <a:cs typeface="Aldrich"/>
                  <a:sym typeface="Aldrich"/>
                </a:rPr>
                <a:t>04</a:t>
              </a:r>
            </a:p>
          </p:txBody>
        </p:sp>
        <p:sp>
          <p:nvSpPr>
            <p:cNvPr id="31" name="Google Shape;7113;p119">
              <a:extLst>
                <a:ext uri="{FF2B5EF4-FFF2-40B4-BE49-F238E27FC236}">
                  <a16:creationId xmlns:a16="http://schemas.microsoft.com/office/drawing/2014/main" id="{0D252E84-EA70-7E97-771F-306D26ADA4E0}"/>
                </a:ext>
              </a:extLst>
            </p:cNvPr>
            <p:cNvSpPr txBox="1"/>
            <p:nvPr/>
          </p:nvSpPr>
          <p:spPr>
            <a:xfrm flipH="1">
              <a:off x="2786383" y="3039315"/>
              <a:ext cx="1272170" cy="4562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DAX</a:t>
              </a:r>
              <a:endParaRPr sz="15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00" dirty="0">
                <a:solidFill>
                  <a:schemeClr val="lt1"/>
                </a:solidFill>
                <a:latin typeface="Abel"/>
                <a:ea typeface="Abel"/>
                <a:cs typeface="Abel"/>
                <a:sym typeface="Abel"/>
              </a:endParaRPr>
            </a:p>
          </p:txBody>
        </p:sp>
        <p:sp>
          <p:nvSpPr>
            <p:cNvPr id="32" name="Google Shape;7114;p119">
              <a:extLst>
                <a:ext uri="{FF2B5EF4-FFF2-40B4-BE49-F238E27FC236}">
                  <a16:creationId xmlns:a16="http://schemas.microsoft.com/office/drawing/2014/main" id="{367A4FCD-3468-FDEE-4C43-DC91A1B6B021}"/>
                </a:ext>
              </a:extLst>
            </p:cNvPr>
            <p:cNvSpPr txBox="1"/>
            <p:nvPr/>
          </p:nvSpPr>
          <p:spPr>
            <a:xfrm flipH="1">
              <a:off x="2926187" y="2754871"/>
              <a:ext cx="969230" cy="187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 dirty="0">
                  <a:solidFill>
                    <a:schemeClr val="dk2"/>
                  </a:solidFill>
                  <a:latin typeface="Aldrich"/>
                  <a:ea typeface="Aldrich"/>
                  <a:cs typeface="Aldrich"/>
                  <a:sym typeface="Aldrich"/>
                </a:rPr>
                <a:t>03</a:t>
              </a:r>
            </a:p>
          </p:txBody>
        </p:sp>
        <p:sp>
          <p:nvSpPr>
            <p:cNvPr id="33" name="Google Shape;7115;p119">
              <a:extLst>
                <a:ext uri="{FF2B5EF4-FFF2-40B4-BE49-F238E27FC236}">
                  <a16:creationId xmlns:a16="http://schemas.microsoft.com/office/drawing/2014/main" id="{6E162FBC-2EEB-CA64-4C50-343A7A948A7D}"/>
                </a:ext>
              </a:extLst>
            </p:cNvPr>
            <p:cNvSpPr txBox="1"/>
            <p:nvPr/>
          </p:nvSpPr>
          <p:spPr>
            <a:xfrm flipH="1">
              <a:off x="1667674" y="2118274"/>
              <a:ext cx="1225063" cy="448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Data Modelling </a:t>
              </a:r>
              <a:endParaRPr lang="en-GB" sz="15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latin typeface="Abel"/>
                <a:ea typeface="Abel"/>
                <a:cs typeface="Abel"/>
                <a:sym typeface="Abel"/>
              </a:endParaRPr>
            </a:p>
          </p:txBody>
        </p:sp>
        <p:sp>
          <p:nvSpPr>
            <p:cNvPr id="34" name="Google Shape;7116;p119">
              <a:extLst>
                <a:ext uri="{FF2B5EF4-FFF2-40B4-BE49-F238E27FC236}">
                  <a16:creationId xmlns:a16="http://schemas.microsoft.com/office/drawing/2014/main" id="{DADC5357-E9C6-2207-FB8F-499B7909906E}"/>
                </a:ext>
              </a:extLst>
            </p:cNvPr>
            <p:cNvSpPr txBox="1"/>
            <p:nvPr/>
          </p:nvSpPr>
          <p:spPr>
            <a:xfrm flipH="1">
              <a:off x="1783793" y="1859812"/>
              <a:ext cx="969292" cy="1877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 dirty="0">
                  <a:solidFill>
                    <a:schemeClr val="dk2"/>
                  </a:solidFill>
                  <a:latin typeface="Aldrich"/>
                  <a:ea typeface="Aldrich"/>
                  <a:cs typeface="Aldrich"/>
                  <a:sym typeface="Aldrich"/>
                </a:rPr>
                <a:t>02</a:t>
              </a:r>
            </a:p>
          </p:txBody>
        </p:sp>
        <p:sp>
          <p:nvSpPr>
            <p:cNvPr id="35" name="Google Shape;7117;p119">
              <a:extLst>
                <a:ext uri="{FF2B5EF4-FFF2-40B4-BE49-F238E27FC236}">
                  <a16:creationId xmlns:a16="http://schemas.microsoft.com/office/drawing/2014/main" id="{D1C56B2C-D032-3A18-3313-044C65AB477E}"/>
                </a:ext>
              </a:extLst>
            </p:cNvPr>
            <p:cNvSpPr txBox="1"/>
            <p:nvPr/>
          </p:nvSpPr>
          <p:spPr>
            <a:xfrm flipH="1">
              <a:off x="476099" y="3028674"/>
              <a:ext cx="1298628" cy="4562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Data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 </a:t>
              </a:r>
              <a:r>
                <a:rPr lang="en-US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Cleaning</a:t>
              </a:r>
              <a:r>
                <a:rPr lang="tr-TR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 </a:t>
              </a:r>
              <a:endParaRPr lang="en-GB" sz="15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lt1"/>
                </a:solidFill>
                <a:latin typeface="Abel"/>
                <a:ea typeface="Abel"/>
                <a:cs typeface="Abel"/>
                <a:sym typeface="Abel"/>
              </a:endParaRPr>
            </a:p>
          </p:txBody>
        </p:sp>
        <p:sp>
          <p:nvSpPr>
            <p:cNvPr id="36" name="Google Shape;7118;p119">
              <a:extLst>
                <a:ext uri="{FF2B5EF4-FFF2-40B4-BE49-F238E27FC236}">
                  <a16:creationId xmlns:a16="http://schemas.microsoft.com/office/drawing/2014/main" id="{48EE24BC-0702-92A2-CA05-D4477E47EA3E}"/>
                </a:ext>
              </a:extLst>
            </p:cNvPr>
            <p:cNvSpPr txBox="1"/>
            <p:nvPr/>
          </p:nvSpPr>
          <p:spPr>
            <a:xfrm flipH="1">
              <a:off x="640838" y="2754924"/>
              <a:ext cx="969230" cy="187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 dirty="0">
                  <a:solidFill>
                    <a:schemeClr val="dk2"/>
                  </a:solidFill>
                  <a:latin typeface="Aldrich"/>
                  <a:ea typeface="Aldrich"/>
                  <a:cs typeface="Aldrich"/>
                  <a:sym typeface="Aldrich"/>
                </a:rPr>
                <a:t>01</a:t>
              </a:r>
              <a:endParaRPr sz="1300" b="1" dirty="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endParaRPr>
            </a:p>
          </p:txBody>
        </p:sp>
        <p:cxnSp>
          <p:nvCxnSpPr>
            <p:cNvPr id="37" name="Google Shape;7119;p119">
              <a:extLst>
                <a:ext uri="{FF2B5EF4-FFF2-40B4-BE49-F238E27FC236}">
                  <a16:creationId xmlns:a16="http://schemas.microsoft.com/office/drawing/2014/main" id="{DA83253C-7F8C-9394-4997-3515CA576331}"/>
                </a:ext>
              </a:extLst>
            </p:cNvPr>
            <p:cNvCxnSpPr/>
            <p:nvPr/>
          </p:nvCxnSpPr>
          <p:spPr>
            <a:xfrm rot="10800000" flipH="1">
              <a:off x="1695632" y="2614862"/>
              <a:ext cx="572808" cy="452843"/>
            </a:xfrm>
            <a:prstGeom prst="bentConnector3">
              <a:avLst>
                <a:gd name="adj1" fmla="val 99663"/>
              </a:avLst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" name="Google Shape;7120;p119">
              <a:extLst>
                <a:ext uri="{FF2B5EF4-FFF2-40B4-BE49-F238E27FC236}">
                  <a16:creationId xmlns:a16="http://schemas.microsoft.com/office/drawing/2014/main" id="{B5E12BCA-7413-D710-0FB3-435B89338205}"/>
                </a:ext>
              </a:extLst>
            </p:cNvPr>
            <p:cNvCxnSpPr/>
            <p:nvPr/>
          </p:nvCxnSpPr>
          <p:spPr>
            <a:xfrm rot="16200000" flipH="1">
              <a:off x="2882787" y="2073981"/>
              <a:ext cx="507801" cy="563988"/>
            </a:xfrm>
            <a:prstGeom prst="bentConnector3">
              <a:avLst>
                <a:gd name="adj1" fmla="val -1090"/>
              </a:avLst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9" name="Google Shape;7121;p119">
              <a:extLst>
                <a:ext uri="{FF2B5EF4-FFF2-40B4-BE49-F238E27FC236}">
                  <a16:creationId xmlns:a16="http://schemas.microsoft.com/office/drawing/2014/main" id="{F7C9B9FD-8556-2050-E34F-D5EF345A12A9}"/>
                </a:ext>
              </a:extLst>
            </p:cNvPr>
            <p:cNvCxnSpPr/>
            <p:nvPr/>
          </p:nvCxnSpPr>
          <p:spPr>
            <a:xfrm rot="10800000" flipH="1">
              <a:off x="3999691" y="2622368"/>
              <a:ext cx="572808" cy="452843"/>
            </a:xfrm>
            <a:prstGeom prst="bentConnector2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0" name="Google Shape;7109;p119">
              <a:extLst>
                <a:ext uri="{FF2B5EF4-FFF2-40B4-BE49-F238E27FC236}">
                  <a16:creationId xmlns:a16="http://schemas.microsoft.com/office/drawing/2014/main" id="{8B4CB96F-1C36-76EF-E6EE-E23F5ACEFF15}"/>
                </a:ext>
              </a:extLst>
            </p:cNvPr>
            <p:cNvSpPr/>
            <p:nvPr/>
          </p:nvSpPr>
          <p:spPr>
            <a:xfrm>
              <a:off x="5137463" y="2609876"/>
              <a:ext cx="1144292" cy="903803"/>
            </a:xfrm>
            <a:prstGeom prst="round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1" name="Google Shape;7109;p119">
              <a:extLst>
                <a:ext uri="{FF2B5EF4-FFF2-40B4-BE49-F238E27FC236}">
                  <a16:creationId xmlns:a16="http://schemas.microsoft.com/office/drawing/2014/main" id="{42B7E003-FE11-79AC-999F-EA9F550EDDC7}"/>
                </a:ext>
              </a:extLst>
            </p:cNvPr>
            <p:cNvSpPr/>
            <p:nvPr/>
          </p:nvSpPr>
          <p:spPr>
            <a:xfrm>
              <a:off x="6274575" y="1716441"/>
              <a:ext cx="1144292" cy="903803"/>
            </a:xfrm>
            <a:prstGeom prst="round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7112;p119">
              <a:extLst>
                <a:ext uri="{FF2B5EF4-FFF2-40B4-BE49-F238E27FC236}">
                  <a16:creationId xmlns:a16="http://schemas.microsoft.com/office/drawing/2014/main" id="{FC26E9EF-F6D4-641B-38D1-5700318D0139}"/>
                </a:ext>
              </a:extLst>
            </p:cNvPr>
            <p:cNvSpPr txBox="1"/>
            <p:nvPr/>
          </p:nvSpPr>
          <p:spPr>
            <a:xfrm flipH="1">
              <a:off x="5198092" y="2697435"/>
              <a:ext cx="969230" cy="187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dk2"/>
                  </a:solidFill>
                  <a:latin typeface="Aldrich"/>
                  <a:ea typeface="Aldrich"/>
                  <a:cs typeface="Aldrich"/>
                  <a:sym typeface="Aldrich"/>
                </a:rPr>
                <a:t>05</a:t>
              </a:r>
            </a:p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 dirty="0">
                <a:solidFill>
                  <a:schemeClr val="dk2"/>
                </a:solidFill>
                <a:latin typeface="Abel"/>
                <a:ea typeface="Abel"/>
                <a:cs typeface="Abel"/>
                <a:sym typeface="Abel"/>
              </a:endParaRPr>
            </a:p>
          </p:txBody>
        </p:sp>
        <p:sp>
          <p:nvSpPr>
            <p:cNvPr id="45" name="Google Shape;7112;p119">
              <a:extLst>
                <a:ext uri="{FF2B5EF4-FFF2-40B4-BE49-F238E27FC236}">
                  <a16:creationId xmlns:a16="http://schemas.microsoft.com/office/drawing/2014/main" id="{EC4CDFC7-DE70-287B-1781-6AB39DAEEF33}"/>
                </a:ext>
              </a:extLst>
            </p:cNvPr>
            <p:cNvSpPr txBox="1"/>
            <p:nvPr/>
          </p:nvSpPr>
          <p:spPr>
            <a:xfrm flipH="1">
              <a:off x="6340942" y="1827327"/>
              <a:ext cx="969230" cy="187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dk2"/>
                  </a:solidFill>
                  <a:latin typeface="Aldrich"/>
                  <a:ea typeface="Aldrich"/>
                  <a:cs typeface="Aldrich"/>
                  <a:sym typeface="Aldrich"/>
                </a:rPr>
                <a:t>06</a:t>
              </a:r>
            </a:p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 dirty="0">
                <a:solidFill>
                  <a:schemeClr val="dk2"/>
                </a:solidFill>
                <a:latin typeface="Abel"/>
                <a:ea typeface="Abel"/>
                <a:cs typeface="Abel"/>
                <a:sym typeface="Abel"/>
              </a:endParaRPr>
            </a:p>
          </p:txBody>
        </p:sp>
        <p:sp>
          <p:nvSpPr>
            <p:cNvPr id="46" name="Google Shape;7111;p119">
              <a:extLst>
                <a:ext uri="{FF2B5EF4-FFF2-40B4-BE49-F238E27FC236}">
                  <a16:creationId xmlns:a16="http://schemas.microsoft.com/office/drawing/2014/main" id="{D9CD5586-9FDA-376B-6CF5-C2086A46FBA7}"/>
                </a:ext>
              </a:extLst>
            </p:cNvPr>
            <p:cNvSpPr txBox="1"/>
            <p:nvPr/>
          </p:nvSpPr>
          <p:spPr>
            <a:xfrm flipH="1">
              <a:off x="5085449" y="2988440"/>
              <a:ext cx="1272170" cy="293582"/>
            </a:xfrm>
            <a:prstGeom prst="round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Dashboard</a:t>
              </a:r>
              <a:endParaRPr lang="en-GB" sz="15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7" name="Google Shape;7111;p119">
              <a:extLst>
                <a:ext uri="{FF2B5EF4-FFF2-40B4-BE49-F238E27FC236}">
                  <a16:creationId xmlns:a16="http://schemas.microsoft.com/office/drawing/2014/main" id="{DEC98C2C-79A8-D0FE-E962-59CA21DCEFEF}"/>
                </a:ext>
              </a:extLst>
            </p:cNvPr>
            <p:cNvSpPr txBox="1"/>
            <p:nvPr/>
          </p:nvSpPr>
          <p:spPr>
            <a:xfrm flipH="1">
              <a:off x="6248590" y="2096195"/>
              <a:ext cx="1272170" cy="293582"/>
            </a:xfrm>
            <a:prstGeom prst="round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Reports</a:t>
              </a:r>
              <a:endParaRPr sz="15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8" name="Google Shape;7121;p119">
              <a:extLst>
                <a:ext uri="{FF2B5EF4-FFF2-40B4-BE49-F238E27FC236}">
                  <a16:creationId xmlns:a16="http://schemas.microsoft.com/office/drawing/2014/main" id="{F96A299B-143B-A606-DF6C-B8F8DD1FA4A6}"/>
                </a:ext>
              </a:extLst>
            </p:cNvPr>
            <p:cNvCxnSpPr>
              <a:cxnSpLocks/>
            </p:cNvCxnSpPr>
            <p:nvPr/>
          </p:nvCxnSpPr>
          <p:spPr>
            <a:xfrm>
              <a:off x="5135121" y="2168342"/>
              <a:ext cx="574489" cy="441534"/>
            </a:xfrm>
            <a:prstGeom prst="bentConnector2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1" name="Google Shape;7121;p119">
              <a:extLst>
                <a:ext uri="{FF2B5EF4-FFF2-40B4-BE49-F238E27FC236}">
                  <a16:creationId xmlns:a16="http://schemas.microsoft.com/office/drawing/2014/main" id="{19A23DD7-9AD8-E3EA-33DA-03C5A02F2B13}"/>
                </a:ext>
              </a:extLst>
            </p:cNvPr>
            <p:cNvCxnSpPr/>
            <p:nvPr/>
          </p:nvCxnSpPr>
          <p:spPr>
            <a:xfrm rot="10800000" flipH="1">
              <a:off x="6273913" y="2637191"/>
              <a:ext cx="572808" cy="452843"/>
            </a:xfrm>
            <a:prstGeom prst="bentConnector2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" name="Google Shape;7109;p119">
              <a:extLst>
                <a:ext uri="{FF2B5EF4-FFF2-40B4-BE49-F238E27FC236}">
                  <a16:creationId xmlns:a16="http://schemas.microsoft.com/office/drawing/2014/main" id="{58F61EE4-E9ED-FDD7-8A5B-B1F7651C6DAB}"/>
                </a:ext>
              </a:extLst>
            </p:cNvPr>
            <p:cNvSpPr/>
            <p:nvPr/>
          </p:nvSpPr>
          <p:spPr>
            <a:xfrm>
              <a:off x="7396272" y="2570609"/>
              <a:ext cx="1144800" cy="903803"/>
            </a:xfrm>
            <a:prstGeom prst="roundRect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" name="Google Shape;7111;p119">
              <a:extLst>
                <a:ext uri="{FF2B5EF4-FFF2-40B4-BE49-F238E27FC236}">
                  <a16:creationId xmlns:a16="http://schemas.microsoft.com/office/drawing/2014/main" id="{0A672EDE-A4AB-F1A8-A1F0-72648DD8F45D}"/>
                </a:ext>
              </a:extLst>
            </p:cNvPr>
            <p:cNvSpPr txBox="1"/>
            <p:nvPr/>
          </p:nvSpPr>
          <p:spPr>
            <a:xfrm flipH="1">
              <a:off x="7352318" y="2892524"/>
              <a:ext cx="1272170" cy="293582"/>
            </a:xfrm>
            <a:prstGeom prst="round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dirty="0">
                  <a:solidFill>
                    <a:schemeClr val="lt1"/>
                  </a:solidFill>
                  <a:latin typeface="Bai Jamjuree"/>
                  <a:ea typeface="Bai Jamjuree"/>
                  <a:cs typeface="Bai Jamjuree"/>
                  <a:sym typeface="Bai Jamjuree"/>
                </a:rPr>
                <a:t>Insights</a:t>
              </a:r>
              <a:endParaRPr lang="en-GB" sz="150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" name="Google Shape;7112;p119">
              <a:extLst>
                <a:ext uri="{FF2B5EF4-FFF2-40B4-BE49-F238E27FC236}">
                  <a16:creationId xmlns:a16="http://schemas.microsoft.com/office/drawing/2014/main" id="{C3DFFAC1-66BC-8FD0-E464-3384DC973F41}"/>
                </a:ext>
              </a:extLst>
            </p:cNvPr>
            <p:cNvSpPr txBox="1"/>
            <p:nvPr/>
          </p:nvSpPr>
          <p:spPr>
            <a:xfrm flipH="1">
              <a:off x="7498556" y="2697434"/>
              <a:ext cx="969230" cy="187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chemeClr val="dk2"/>
                  </a:solidFill>
                  <a:latin typeface="Aldrich"/>
                  <a:ea typeface="Aldrich"/>
                  <a:cs typeface="Aldrich"/>
                  <a:sym typeface="Aldrich"/>
                </a:rPr>
                <a:t>07</a:t>
              </a:r>
            </a:p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 dirty="0">
                <a:solidFill>
                  <a:schemeClr val="dk2"/>
                </a:solidFill>
                <a:latin typeface="Abel"/>
                <a:ea typeface="Abel"/>
                <a:cs typeface="Abel"/>
                <a:sym typeface="Abel"/>
              </a:endParaRPr>
            </a:p>
          </p:txBody>
        </p:sp>
        <p:cxnSp>
          <p:nvCxnSpPr>
            <p:cNvPr id="5" name="Google Shape;7121;p119">
              <a:extLst>
                <a:ext uri="{FF2B5EF4-FFF2-40B4-BE49-F238E27FC236}">
                  <a16:creationId xmlns:a16="http://schemas.microsoft.com/office/drawing/2014/main" id="{C340B40C-F5DF-0B0B-570D-4490C908C5F3}"/>
                </a:ext>
              </a:extLst>
            </p:cNvPr>
            <p:cNvCxnSpPr>
              <a:cxnSpLocks/>
            </p:cNvCxnSpPr>
            <p:nvPr/>
          </p:nvCxnSpPr>
          <p:spPr>
            <a:xfrm>
              <a:off x="7425629" y="2125385"/>
              <a:ext cx="574489" cy="441534"/>
            </a:xfrm>
            <a:prstGeom prst="bentConnector2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6" name="Google Shape;2686;p62"/>
          <p:cNvSpPr txBox="1">
            <a:spLocks noGrp="1"/>
          </p:cNvSpPr>
          <p:nvPr>
            <p:ph type="title"/>
          </p:nvPr>
        </p:nvSpPr>
        <p:spPr>
          <a:xfrm>
            <a:off x="635191" y="237881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/>
              <a:t>Data Cleaning</a:t>
            </a:r>
            <a:endParaRPr sz="3000" dirty="0"/>
          </a:p>
        </p:txBody>
      </p:sp>
      <p:sp>
        <p:nvSpPr>
          <p:cNvPr id="4" name="Google Shape;7118;p119">
            <a:extLst>
              <a:ext uri="{FF2B5EF4-FFF2-40B4-BE49-F238E27FC236}">
                <a16:creationId xmlns:a16="http://schemas.microsoft.com/office/drawing/2014/main" id="{B6FEE8C6-5910-5020-D1AE-52F5418A1F9A}"/>
              </a:ext>
            </a:extLst>
          </p:cNvPr>
          <p:cNvSpPr txBox="1"/>
          <p:nvPr/>
        </p:nvSpPr>
        <p:spPr>
          <a:xfrm flipH="1">
            <a:off x="-111508" y="23788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01</a:t>
            </a:r>
            <a:endParaRPr sz="30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FFBA27-CAA7-D958-FAED-2D409D241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350" y="1585411"/>
            <a:ext cx="5794055" cy="35104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DF1E93-2ACA-BA6D-F707-AF24F0268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4EC69DC-60AA-B3E1-1EF8-5A11FD1F58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95" y="842934"/>
            <a:ext cx="3831731" cy="258547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05C2F92-2108-3F6D-75E7-926D2D2959D9}"/>
              </a:ext>
            </a:extLst>
          </p:cNvPr>
          <p:cNvSpPr/>
          <p:nvPr/>
        </p:nvSpPr>
        <p:spPr>
          <a:xfrm>
            <a:off x="3185160" y="1312889"/>
            <a:ext cx="631222" cy="2047531"/>
          </a:xfrm>
          <a:prstGeom prst="rect">
            <a:avLst/>
          </a:prstGeom>
          <a:noFill/>
          <a:ln>
            <a:solidFill>
              <a:srgbClr val="FF0000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621D19-24C5-B15E-5726-9FC966133958}"/>
              </a:ext>
            </a:extLst>
          </p:cNvPr>
          <p:cNvSpPr/>
          <p:nvPr/>
        </p:nvSpPr>
        <p:spPr>
          <a:xfrm>
            <a:off x="8102726" y="2418827"/>
            <a:ext cx="995719" cy="2653722"/>
          </a:xfrm>
          <a:prstGeom prst="rect">
            <a:avLst/>
          </a:prstGeom>
          <a:noFill/>
          <a:ln>
            <a:solidFill>
              <a:srgbClr val="FF0000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348DA3-C22E-83E8-9903-83AEE2791488}"/>
              </a:ext>
            </a:extLst>
          </p:cNvPr>
          <p:cNvSpPr/>
          <p:nvPr/>
        </p:nvSpPr>
        <p:spPr>
          <a:xfrm>
            <a:off x="8106090" y="2425895"/>
            <a:ext cx="992355" cy="2646654"/>
          </a:xfrm>
          <a:prstGeom prst="rect">
            <a:avLst/>
          </a:prstGeom>
          <a:noFill/>
          <a:ln>
            <a:solidFill>
              <a:srgbClr val="FF0000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E17F139-551E-2720-1C86-00E027391C73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877286" y="1086394"/>
            <a:ext cx="2336092" cy="4990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0747" y="107428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/>
              <a:t>Data Modelling </a:t>
            </a:r>
            <a:endParaRPr sz="3000" dirty="0"/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02</a:t>
            </a:r>
            <a:endParaRPr sz="30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D3F330F-7AA5-DB25-8673-71246183C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082" y="748401"/>
            <a:ext cx="8137835" cy="415169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8847" y="116301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/>
              <a:t>Dax </a:t>
            </a:r>
            <a:endParaRPr sz="3000" dirty="0"/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03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6269AC97-8D45-FAB9-BF4C-57A411E75B8F}"/>
              </a:ext>
            </a:extLst>
          </p:cNvPr>
          <p:cNvGrpSpPr/>
          <p:nvPr/>
        </p:nvGrpSpPr>
        <p:grpSpPr>
          <a:xfrm>
            <a:off x="6129353" y="887009"/>
            <a:ext cx="2895535" cy="4022100"/>
            <a:chOff x="6129353" y="887009"/>
            <a:chExt cx="2895535" cy="402210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15E5A71-CF18-BCBD-6263-F6497777B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29353" y="887009"/>
              <a:ext cx="2895535" cy="4022100"/>
            </a:xfrm>
            <a:prstGeom prst="rect">
              <a:avLst/>
            </a:prstGeom>
          </p:spPr>
        </p:pic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66DD380-568C-833A-44D6-8C1BD3D83B18}"/>
                </a:ext>
              </a:extLst>
            </p:cNvPr>
            <p:cNvSpPr/>
            <p:nvPr/>
          </p:nvSpPr>
          <p:spPr>
            <a:xfrm>
              <a:off x="6132738" y="887009"/>
              <a:ext cx="2892149" cy="4022100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.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F9F9C44-4A73-208E-486A-82895F33B3B5}"/>
              </a:ext>
            </a:extLst>
          </p:cNvPr>
          <p:cNvGrpSpPr/>
          <p:nvPr/>
        </p:nvGrpSpPr>
        <p:grpSpPr>
          <a:xfrm>
            <a:off x="396570" y="1179447"/>
            <a:ext cx="5275782" cy="242055"/>
            <a:chOff x="401558" y="933258"/>
            <a:chExt cx="5275782" cy="24205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4541D5-5B0C-462E-3AFF-095E08E26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1558" y="940253"/>
              <a:ext cx="5275782" cy="235060"/>
            </a:xfrm>
            <a:prstGeom prst="rect">
              <a:avLst/>
            </a:prstGeom>
          </p:spPr>
        </p:pic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405B1EA0-6457-F3D6-9B43-81E00EFFA456}"/>
                </a:ext>
              </a:extLst>
            </p:cNvPr>
            <p:cNvSpPr/>
            <p:nvPr/>
          </p:nvSpPr>
          <p:spPr>
            <a:xfrm>
              <a:off x="401558" y="933258"/>
              <a:ext cx="5274180" cy="227773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3BF205E-E29F-182D-E385-E8C7FD720EDA}"/>
              </a:ext>
            </a:extLst>
          </p:cNvPr>
          <p:cNvGrpSpPr/>
          <p:nvPr/>
        </p:nvGrpSpPr>
        <p:grpSpPr>
          <a:xfrm>
            <a:off x="396570" y="1638384"/>
            <a:ext cx="5274180" cy="236476"/>
            <a:chOff x="401558" y="1368588"/>
            <a:chExt cx="5274180" cy="236476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22ADB03-3239-9E9F-7273-AF685FC674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01558" y="1368588"/>
              <a:ext cx="5274180" cy="235061"/>
            </a:xfrm>
            <a:prstGeom prst="rect">
              <a:avLst/>
            </a:prstGeom>
          </p:spPr>
        </p:pic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97524A1-4881-8E4F-DBEE-19A8C2A7E04E}"/>
                </a:ext>
              </a:extLst>
            </p:cNvPr>
            <p:cNvSpPr/>
            <p:nvPr/>
          </p:nvSpPr>
          <p:spPr>
            <a:xfrm>
              <a:off x="401558" y="1377291"/>
              <a:ext cx="5274180" cy="227773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74BB688-F05D-B996-2D26-A6576C850410}"/>
              </a:ext>
            </a:extLst>
          </p:cNvPr>
          <p:cNvGrpSpPr/>
          <p:nvPr/>
        </p:nvGrpSpPr>
        <p:grpSpPr>
          <a:xfrm>
            <a:off x="396570" y="2091742"/>
            <a:ext cx="5275783" cy="202848"/>
            <a:chOff x="375865" y="2315134"/>
            <a:chExt cx="5275783" cy="202848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9A504033-7D05-4BBD-79EA-5941C96A1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77648" y="2315135"/>
              <a:ext cx="5274000" cy="202847"/>
            </a:xfrm>
            <a:prstGeom prst="rect">
              <a:avLst/>
            </a:prstGeom>
          </p:spPr>
        </p:pic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3C75E0D-8C67-CC24-9B92-46ADF623329D}"/>
                </a:ext>
              </a:extLst>
            </p:cNvPr>
            <p:cNvSpPr/>
            <p:nvPr/>
          </p:nvSpPr>
          <p:spPr>
            <a:xfrm>
              <a:off x="375865" y="2315134"/>
              <a:ext cx="5272218" cy="202847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410D994-2922-182B-7CA0-9D4B4AAEE958}"/>
              </a:ext>
            </a:extLst>
          </p:cNvPr>
          <p:cNvGrpSpPr/>
          <p:nvPr/>
        </p:nvGrpSpPr>
        <p:grpSpPr>
          <a:xfrm>
            <a:off x="396570" y="3872461"/>
            <a:ext cx="2181623" cy="945199"/>
            <a:chOff x="401558" y="3872461"/>
            <a:chExt cx="2181623" cy="94519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E284AD7-DD91-B3B9-10B4-F9AA8EA4B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04944" y="3872461"/>
              <a:ext cx="2178237" cy="945199"/>
            </a:xfrm>
            <a:prstGeom prst="rect">
              <a:avLst/>
            </a:prstGeom>
          </p:spPr>
        </p:pic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6CDDC66-2258-E2A2-3D63-A430EEEB5152}"/>
                </a:ext>
              </a:extLst>
            </p:cNvPr>
            <p:cNvSpPr/>
            <p:nvPr/>
          </p:nvSpPr>
          <p:spPr>
            <a:xfrm>
              <a:off x="401558" y="3872461"/>
              <a:ext cx="2178237" cy="9451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CC2429F-2058-D5C0-98C6-1A5C42F82F5B}"/>
              </a:ext>
            </a:extLst>
          </p:cNvPr>
          <p:cNvGrpSpPr/>
          <p:nvPr/>
        </p:nvGrpSpPr>
        <p:grpSpPr>
          <a:xfrm>
            <a:off x="396570" y="2511472"/>
            <a:ext cx="5274000" cy="1144105"/>
            <a:chOff x="398172" y="2495124"/>
            <a:chExt cx="5357670" cy="11441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AE9824C8-D657-7B14-8F4C-119BDCA13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98172" y="2495124"/>
              <a:ext cx="5357670" cy="1132984"/>
            </a:xfrm>
            <a:prstGeom prst="rect">
              <a:avLst/>
            </a:prstGeom>
          </p:spPr>
        </p:pic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168E98E-FBFB-D026-AE6F-066A22B90F8A}"/>
                </a:ext>
              </a:extLst>
            </p:cNvPr>
            <p:cNvSpPr/>
            <p:nvPr/>
          </p:nvSpPr>
          <p:spPr>
            <a:xfrm>
              <a:off x="401558" y="2506245"/>
              <a:ext cx="5354284" cy="1132984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732750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0747" y="107428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sym typeface="Bai Jamjuree"/>
              </a:rPr>
              <a:t>Visual</a:t>
            </a:r>
            <a:r>
              <a:rPr lang="en-GB" sz="3200" b="1" dirty="0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rPr>
              <a:t> </a:t>
            </a:r>
            <a:r>
              <a:rPr lang="en-GB" sz="3000" dirty="0">
                <a:sym typeface="Bai Jamjuree"/>
              </a:rPr>
              <a:t>Sample</a:t>
            </a:r>
            <a:endParaRPr lang="en-GB" sz="3000" dirty="0">
              <a:sym typeface="Lato"/>
            </a:endParaRPr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04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sp>
        <p:nvSpPr>
          <p:cNvPr id="4" name="Google Shape;258;p20">
            <a:extLst>
              <a:ext uri="{FF2B5EF4-FFF2-40B4-BE49-F238E27FC236}">
                <a16:creationId xmlns:a16="http://schemas.microsoft.com/office/drawing/2014/main" id="{57AA2F4B-F4C8-A3B1-4038-BE0D798C4B54}"/>
              </a:ext>
            </a:extLst>
          </p:cNvPr>
          <p:cNvSpPr txBox="1">
            <a:spLocks/>
          </p:cNvSpPr>
          <p:nvPr/>
        </p:nvSpPr>
        <p:spPr>
          <a:xfrm>
            <a:off x="842144" y="941471"/>
            <a:ext cx="1975637" cy="293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l">
              <a:lnSpc>
                <a:spcPct val="90000"/>
              </a:lnSpc>
              <a:buClr>
                <a:schemeClr val="dk1"/>
              </a:buClr>
              <a:buSzPts val="1800"/>
            </a:pPr>
            <a:r>
              <a:rPr lang="en-US" sz="2000" dirty="0"/>
              <a:t>Pie Charts</a:t>
            </a:r>
            <a:endParaRPr lang="en-US" sz="1600" dirty="0"/>
          </a:p>
        </p:txBody>
      </p:sp>
      <p:sp>
        <p:nvSpPr>
          <p:cNvPr id="5" name="Google Shape;259;p20">
            <a:extLst>
              <a:ext uri="{FF2B5EF4-FFF2-40B4-BE49-F238E27FC236}">
                <a16:creationId xmlns:a16="http://schemas.microsoft.com/office/drawing/2014/main" id="{01627CF8-2B6F-448F-E9E8-4664F6C0C0F0}"/>
              </a:ext>
            </a:extLst>
          </p:cNvPr>
          <p:cNvSpPr txBox="1">
            <a:spLocks/>
          </p:cNvSpPr>
          <p:nvPr/>
        </p:nvSpPr>
        <p:spPr>
          <a:xfrm>
            <a:off x="842144" y="1158175"/>
            <a:ext cx="4635901" cy="653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i Jamjuree"/>
              <a:buNone/>
              <a:defRPr sz="1400" b="0" i="0" u="none" strike="noStrike" cap="none">
                <a:solidFill>
                  <a:schemeClr val="lt1"/>
                </a:solidFill>
                <a:latin typeface="Bai Jamjuree"/>
                <a:ea typeface="Bai Jamjuree"/>
                <a:cs typeface="Bai Jamjuree"/>
                <a:sym typeface="Bai Jamjuree"/>
              </a:defRPr>
            </a:lvl9pPr>
          </a:lstStyle>
          <a:p>
            <a:pPr marL="114300" indent="0" algn="l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1800"/>
            </a:pPr>
            <a:r>
              <a:rPr lang="en-US" sz="1600" dirty="0"/>
              <a:t>Used to show the percentage of each part of the total data quickly and easily.</a:t>
            </a:r>
          </a:p>
        </p:txBody>
      </p:sp>
      <p:sp>
        <p:nvSpPr>
          <p:cNvPr id="2" name="Google Shape;170;p9">
            <a:extLst>
              <a:ext uri="{FF2B5EF4-FFF2-40B4-BE49-F238E27FC236}">
                <a16:creationId xmlns:a16="http://schemas.microsoft.com/office/drawing/2014/main" id="{84A199D9-53C8-B961-E75C-98D9B114D96E}"/>
              </a:ext>
            </a:extLst>
          </p:cNvPr>
          <p:cNvSpPr txBox="1">
            <a:spLocks/>
          </p:cNvSpPr>
          <p:nvPr/>
        </p:nvSpPr>
        <p:spPr>
          <a:xfrm>
            <a:off x="842144" y="2031517"/>
            <a:ext cx="1661160" cy="326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l">
              <a:lnSpc>
                <a:spcPct val="90000"/>
              </a:lnSpc>
              <a:buClr>
                <a:schemeClr val="dk1"/>
              </a:buClr>
              <a:buSzPts val="1800"/>
            </a:pPr>
            <a:r>
              <a:rPr lang="tr-TR" sz="2000" dirty="0"/>
              <a:t>Column</a:t>
            </a:r>
            <a:r>
              <a:rPr lang="en-US" sz="2000" dirty="0"/>
              <a:t> Chart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E8915C-4E42-66F5-696E-FB4EC04B8B64}"/>
              </a:ext>
            </a:extLst>
          </p:cNvPr>
          <p:cNvSpPr txBox="1"/>
          <p:nvPr/>
        </p:nvSpPr>
        <p:spPr>
          <a:xfrm>
            <a:off x="809678" y="2380853"/>
            <a:ext cx="47672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lt1"/>
                </a:solidFill>
                <a:latin typeface="Bai Jamjuree"/>
                <a:cs typeface="Bai Jamjuree"/>
              </a:rPr>
              <a:t>Used to compare different values and </a:t>
            </a:r>
            <a:r>
              <a:rPr lang="en-US" sz="1600" dirty="0">
                <a:solidFill>
                  <a:schemeClr val="lt1"/>
                </a:solidFill>
                <a:latin typeface="Bai Jamjuree"/>
                <a:cs typeface="Bai Jamjuree"/>
                <a:sym typeface="Bai Jamjuree"/>
              </a:rPr>
              <a:t>quantities</a:t>
            </a:r>
          </a:p>
          <a:p>
            <a:r>
              <a:rPr lang="en-US" sz="1600" dirty="0">
                <a:solidFill>
                  <a:schemeClr val="lt1"/>
                </a:solidFill>
                <a:latin typeface="Bai Jamjuree"/>
                <a:cs typeface="Bai Jamjuree"/>
              </a:rPr>
              <a:t> clearly and easily.</a:t>
            </a:r>
          </a:p>
        </p:txBody>
      </p:sp>
      <p:sp>
        <p:nvSpPr>
          <p:cNvPr id="8" name="Google Shape;276;p22">
            <a:extLst>
              <a:ext uri="{FF2B5EF4-FFF2-40B4-BE49-F238E27FC236}">
                <a16:creationId xmlns:a16="http://schemas.microsoft.com/office/drawing/2014/main" id="{C2F0543B-B6FB-1024-967D-E352A201399D}"/>
              </a:ext>
            </a:extLst>
          </p:cNvPr>
          <p:cNvSpPr txBox="1">
            <a:spLocks/>
          </p:cNvSpPr>
          <p:nvPr/>
        </p:nvSpPr>
        <p:spPr>
          <a:xfrm>
            <a:off x="809678" y="3183109"/>
            <a:ext cx="1914419" cy="388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pPr algn="l">
              <a:lnSpc>
                <a:spcPct val="90000"/>
              </a:lnSpc>
              <a:buClr>
                <a:schemeClr val="dk1"/>
              </a:buClr>
              <a:buSzPts val="1800"/>
            </a:pPr>
            <a:r>
              <a:rPr lang="en-US" sz="2000" dirty="0"/>
              <a:t>Area Graph</a:t>
            </a: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52FD2F-9DBF-4D48-88AD-A59CD53FE79C}"/>
              </a:ext>
            </a:extLst>
          </p:cNvPr>
          <p:cNvSpPr txBox="1"/>
          <p:nvPr/>
        </p:nvSpPr>
        <p:spPr>
          <a:xfrm>
            <a:off x="809678" y="3534629"/>
            <a:ext cx="4965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chemeClr val="lt1"/>
                </a:solidFill>
                <a:latin typeface="Bai Jamjuree"/>
                <a:cs typeface="Bai Jamjuree"/>
              </a:defRPr>
            </a:lvl1pPr>
          </a:lstStyle>
          <a:p>
            <a:r>
              <a:rPr lang="en-US" dirty="0"/>
              <a:t>Used to show data trends over time while highlighting the total volume of the area.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A36A7A9-D3A0-1545-206F-DEE7116F75D0}"/>
              </a:ext>
            </a:extLst>
          </p:cNvPr>
          <p:cNvGrpSpPr/>
          <p:nvPr/>
        </p:nvGrpSpPr>
        <p:grpSpPr>
          <a:xfrm>
            <a:off x="6201834" y="1960283"/>
            <a:ext cx="1840957" cy="934111"/>
            <a:chOff x="6066902" y="2031517"/>
            <a:chExt cx="1840957" cy="93411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7DADCE7-ECB5-76BB-27C4-3115A79E7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66902" y="2047529"/>
              <a:ext cx="1840957" cy="90208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F104175-24BE-4007-F151-4F944047C742}"/>
                </a:ext>
              </a:extLst>
            </p:cNvPr>
            <p:cNvSpPr/>
            <p:nvPr/>
          </p:nvSpPr>
          <p:spPr>
            <a:xfrm>
              <a:off x="6066902" y="2031517"/>
              <a:ext cx="1840957" cy="934111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65CFC-F23B-D331-7A98-69C0402FBC99}"/>
              </a:ext>
            </a:extLst>
          </p:cNvPr>
          <p:cNvGrpSpPr/>
          <p:nvPr/>
        </p:nvGrpSpPr>
        <p:grpSpPr>
          <a:xfrm>
            <a:off x="5303318" y="3083214"/>
            <a:ext cx="3438918" cy="1487604"/>
            <a:chOff x="5346647" y="3168104"/>
            <a:chExt cx="3438918" cy="148760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9A7110B-096F-E07B-2091-0E24ED87A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52566" y="3168104"/>
              <a:ext cx="3432999" cy="1487604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1BC650E-1999-ED30-5452-2BECCC843F94}"/>
                </a:ext>
              </a:extLst>
            </p:cNvPr>
            <p:cNvSpPr/>
            <p:nvPr/>
          </p:nvSpPr>
          <p:spPr>
            <a:xfrm>
              <a:off x="5346647" y="3178745"/>
              <a:ext cx="3432999" cy="1466323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6CB5AEF-968A-31CB-9EE2-23BA8875B842}"/>
              </a:ext>
            </a:extLst>
          </p:cNvPr>
          <p:cNvGrpSpPr/>
          <p:nvPr/>
        </p:nvGrpSpPr>
        <p:grpSpPr>
          <a:xfrm>
            <a:off x="6201834" y="788480"/>
            <a:ext cx="1641888" cy="984561"/>
            <a:chOff x="6138133" y="589777"/>
            <a:chExt cx="1757107" cy="107138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F463B2-D25A-F4B1-7614-B295F9F698AF}"/>
                </a:ext>
              </a:extLst>
            </p:cNvPr>
            <p:cNvSpPr/>
            <p:nvPr/>
          </p:nvSpPr>
          <p:spPr>
            <a:xfrm>
              <a:off x="6138133" y="589777"/>
              <a:ext cx="1757107" cy="1071384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142F66A-F5E4-5808-BCC3-58BBE0E55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54247" y="605976"/>
              <a:ext cx="1724878" cy="105518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5509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7" name="Google Shape;4107;p96"/>
          <p:cNvSpPr txBox="1">
            <a:spLocks noGrp="1"/>
          </p:cNvSpPr>
          <p:nvPr>
            <p:ph type="title"/>
          </p:nvPr>
        </p:nvSpPr>
        <p:spPr>
          <a:xfrm>
            <a:off x="730740" y="126480"/>
            <a:ext cx="668352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lvl="0"/>
            <a:r>
              <a:rPr lang="en-GB" b="1" dirty="0"/>
              <a:t>HR Executive Summary Dashboard</a:t>
            </a:r>
            <a:endParaRPr dirty="0"/>
          </a:p>
        </p:txBody>
      </p:sp>
      <p:sp>
        <p:nvSpPr>
          <p:cNvPr id="2" name="Google Shape;7118;p119">
            <a:extLst>
              <a:ext uri="{FF2B5EF4-FFF2-40B4-BE49-F238E27FC236}">
                <a16:creationId xmlns:a16="http://schemas.microsoft.com/office/drawing/2014/main" id="{5928D426-D197-9B33-34F0-139A3847FD3D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05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46EB50B-B094-FEA7-9263-C1BFC9A945BD}"/>
              </a:ext>
            </a:extLst>
          </p:cNvPr>
          <p:cNvGrpSpPr/>
          <p:nvPr/>
        </p:nvGrpSpPr>
        <p:grpSpPr>
          <a:xfrm>
            <a:off x="1083361" y="701040"/>
            <a:ext cx="6818579" cy="4118040"/>
            <a:chOff x="1083361" y="701040"/>
            <a:chExt cx="6818579" cy="411804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BA45583-CBAE-45AD-444A-0FBE1DB9B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3361" y="701040"/>
              <a:ext cx="6818579" cy="411804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E52DD05-60DB-3313-BE7E-5EE02B94D255}"/>
                </a:ext>
              </a:extLst>
            </p:cNvPr>
            <p:cNvSpPr/>
            <p:nvPr/>
          </p:nvSpPr>
          <p:spPr>
            <a:xfrm>
              <a:off x="1083361" y="701040"/>
              <a:ext cx="6818579" cy="4118040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9" name="Google Shape;2749;p63"/>
          <p:cNvGrpSpPr/>
          <p:nvPr/>
        </p:nvGrpSpPr>
        <p:grpSpPr>
          <a:xfrm flipH="1">
            <a:off x="8266687" y="4817660"/>
            <a:ext cx="793256" cy="182899"/>
            <a:chOff x="2685575" y="2835950"/>
            <a:chExt cx="433000" cy="99825"/>
          </a:xfrm>
        </p:grpSpPr>
        <p:sp>
          <p:nvSpPr>
            <p:cNvPr id="2750" name="Google Shape;2750;p63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63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63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63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0747" y="107428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sym typeface="Bai Jamjuree"/>
              </a:rPr>
              <a:t>Reports</a:t>
            </a:r>
            <a:endParaRPr lang="en-GB" sz="3000" dirty="0">
              <a:sym typeface="Lato"/>
            </a:endParaRPr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</a:t>
            </a:r>
            <a:r>
              <a:rPr lang="ar-EG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6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5262C99-92FC-E7AE-4AC9-FA6D559272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730" y="912120"/>
            <a:ext cx="7368540" cy="388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922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9" name="Google Shape;2749;p63"/>
          <p:cNvGrpSpPr/>
          <p:nvPr/>
        </p:nvGrpSpPr>
        <p:grpSpPr>
          <a:xfrm flipH="1">
            <a:off x="8266687" y="4817660"/>
            <a:ext cx="793256" cy="182899"/>
            <a:chOff x="2685575" y="2835950"/>
            <a:chExt cx="433000" cy="99825"/>
          </a:xfrm>
        </p:grpSpPr>
        <p:sp>
          <p:nvSpPr>
            <p:cNvPr id="2750" name="Google Shape;2750;p63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63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63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63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0747" y="107428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sym typeface="Bai Jamjuree"/>
              </a:rPr>
              <a:t>Reports</a:t>
            </a:r>
            <a:endParaRPr lang="en-GB" sz="3000" dirty="0">
              <a:sym typeface="Lato"/>
            </a:endParaRPr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</a:t>
            </a:r>
            <a:r>
              <a:rPr lang="ar-EG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6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BC2BD2-8254-B08E-A166-35D8C3DE3A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700" y="913299"/>
            <a:ext cx="7338060" cy="390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05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9" name="Google Shape;2749;p63"/>
          <p:cNvGrpSpPr/>
          <p:nvPr/>
        </p:nvGrpSpPr>
        <p:grpSpPr>
          <a:xfrm flipH="1">
            <a:off x="8266687" y="4817660"/>
            <a:ext cx="793256" cy="182899"/>
            <a:chOff x="2685575" y="2835950"/>
            <a:chExt cx="433000" cy="99825"/>
          </a:xfrm>
        </p:grpSpPr>
        <p:sp>
          <p:nvSpPr>
            <p:cNvPr id="2750" name="Google Shape;2750;p63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63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63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63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0747" y="107428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sym typeface="Bai Jamjuree"/>
              </a:rPr>
              <a:t>Reports</a:t>
            </a:r>
            <a:endParaRPr lang="en-GB" sz="3000" dirty="0">
              <a:sym typeface="Lato"/>
            </a:endParaRPr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</a:t>
            </a:r>
            <a:r>
              <a:rPr lang="ar-EG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6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B8B56A-11C5-710B-E82F-6F25787292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378" y="860085"/>
            <a:ext cx="7587760" cy="4049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499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9" name="Google Shape;2749;p63"/>
          <p:cNvGrpSpPr/>
          <p:nvPr/>
        </p:nvGrpSpPr>
        <p:grpSpPr>
          <a:xfrm flipH="1">
            <a:off x="8266687" y="4817660"/>
            <a:ext cx="793256" cy="182899"/>
            <a:chOff x="2685575" y="2835950"/>
            <a:chExt cx="433000" cy="99825"/>
          </a:xfrm>
        </p:grpSpPr>
        <p:sp>
          <p:nvSpPr>
            <p:cNvPr id="2750" name="Google Shape;2750;p63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63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63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63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0747" y="107428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sym typeface="Bai Jamjuree"/>
              </a:rPr>
              <a:t>Reports</a:t>
            </a:r>
            <a:endParaRPr lang="en-GB" sz="3000" dirty="0">
              <a:sym typeface="Lato"/>
            </a:endParaRPr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</a:t>
            </a:r>
            <a:r>
              <a:rPr lang="ar-EG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6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D7590D-D47F-3963-B369-208BCED3C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862" y="906945"/>
            <a:ext cx="7507471" cy="400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345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9" name="Google Shape;2749;p63"/>
          <p:cNvGrpSpPr/>
          <p:nvPr/>
        </p:nvGrpSpPr>
        <p:grpSpPr>
          <a:xfrm flipH="1">
            <a:off x="8266687" y="4817660"/>
            <a:ext cx="793256" cy="182899"/>
            <a:chOff x="2685575" y="2835950"/>
            <a:chExt cx="433000" cy="99825"/>
          </a:xfrm>
        </p:grpSpPr>
        <p:sp>
          <p:nvSpPr>
            <p:cNvPr id="2750" name="Google Shape;2750;p63"/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63"/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63"/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63"/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2686;p62">
            <a:extLst>
              <a:ext uri="{FF2B5EF4-FFF2-40B4-BE49-F238E27FC236}">
                <a16:creationId xmlns:a16="http://schemas.microsoft.com/office/drawing/2014/main" id="{C75362C9-63CE-AF79-4123-7216D95EB3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0747" y="107428"/>
            <a:ext cx="4635900" cy="632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sym typeface="Bai Jamjuree"/>
              </a:rPr>
              <a:t>Reports</a:t>
            </a:r>
            <a:endParaRPr lang="en-GB" sz="3000" dirty="0">
              <a:sym typeface="Lato"/>
            </a:endParaRPr>
          </a:p>
        </p:txBody>
      </p:sp>
      <p:sp>
        <p:nvSpPr>
          <p:cNvPr id="7" name="Google Shape;7118;p119">
            <a:extLst>
              <a:ext uri="{FF2B5EF4-FFF2-40B4-BE49-F238E27FC236}">
                <a16:creationId xmlns:a16="http://schemas.microsoft.com/office/drawing/2014/main" id="{DF4F61B3-D8D0-C6AA-8773-DF9CE5A9D7D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</a:t>
            </a:r>
            <a:r>
              <a:rPr lang="ar-EG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6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0C0784-DD9B-7859-B8C2-602F57EC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090" y="16580"/>
            <a:ext cx="974096" cy="8955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6CF45A-7366-188F-964C-CC32E9D47E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231" y="860712"/>
            <a:ext cx="7481533" cy="395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75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1" name="Google Shape;4641;p108"/>
          <p:cNvSpPr txBox="1">
            <a:spLocks noGrp="1"/>
          </p:cNvSpPr>
          <p:nvPr>
            <p:ph type="title"/>
          </p:nvPr>
        </p:nvSpPr>
        <p:spPr>
          <a:xfrm>
            <a:off x="688898" y="126480"/>
            <a:ext cx="7713000" cy="42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dirty="0"/>
              <a:t>Ins</a:t>
            </a:r>
            <a:r>
              <a:rPr lang="en-GB" dirty="0" err="1"/>
              <a:t>ights</a:t>
            </a:r>
            <a:r>
              <a:rPr lang="en-GB"/>
              <a:t> </a:t>
            </a:r>
            <a:endParaRPr dirty="0"/>
          </a:p>
        </p:txBody>
      </p:sp>
      <p:grpSp>
        <p:nvGrpSpPr>
          <p:cNvPr id="4672" name="Google Shape;4672;p108"/>
          <p:cNvGrpSpPr/>
          <p:nvPr/>
        </p:nvGrpSpPr>
        <p:grpSpPr>
          <a:xfrm>
            <a:off x="4376189" y="2740415"/>
            <a:ext cx="338418" cy="338418"/>
            <a:chOff x="5283806" y="4129767"/>
            <a:chExt cx="338418" cy="338418"/>
          </a:xfrm>
        </p:grpSpPr>
        <p:sp>
          <p:nvSpPr>
            <p:cNvPr id="4673" name="Google Shape;4673;p108"/>
            <p:cNvSpPr/>
            <p:nvPr/>
          </p:nvSpPr>
          <p:spPr>
            <a:xfrm>
              <a:off x="5283806" y="4129767"/>
              <a:ext cx="338418" cy="338418"/>
            </a:xfrm>
            <a:custGeom>
              <a:avLst/>
              <a:gdLst/>
              <a:ahLst/>
              <a:cxnLst/>
              <a:rect l="l" t="t" r="r" b="b"/>
              <a:pathLst>
                <a:path w="11503" h="11503" extrusionOk="0">
                  <a:moveTo>
                    <a:pt x="7454" y="691"/>
                  </a:moveTo>
                  <a:lnTo>
                    <a:pt x="7454" y="2000"/>
                  </a:lnTo>
                  <a:lnTo>
                    <a:pt x="5406" y="2000"/>
                  </a:lnTo>
                  <a:lnTo>
                    <a:pt x="5406" y="691"/>
                  </a:lnTo>
                  <a:close/>
                  <a:moveTo>
                    <a:pt x="10860" y="5096"/>
                  </a:moveTo>
                  <a:lnTo>
                    <a:pt x="10860" y="6406"/>
                  </a:lnTo>
                  <a:lnTo>
                    <a:pt x="8812" y="6406"/>
                  </a:lnTo>
                  <a:lnTo>
                    <a:pt x="8812" y="5096"/>
                  </a:lnTo>
                  <a:close/>
                  <a:moveTo>
                    <a:pt x="3978" y="4668"/>
                  </a:moveTo>
                  <a:lnTo>
                    <a:pt x="3978" y="6835"/>
                  </a:lnTo>
                  <a:lnTo>
                    <a:pt x="715" y="6835"/>
                  </a:lnTo>
                  <a:lnTo>
                    <a:pt x="715" y="4668"/>
                  </a:lnTo>
                  <a:close/>
                  <a:moveTo>
                    <a:pt x="7454" y="9550"/>
                  </a:moveTo>
                  <a:lnTo>
                    <a:pt x="7454" y="10859"/>
                  </a:lnTo>
                  <a:lnTo>
                    <a:pt x="5406" y="10859"/>
                  </a:lnTo>
                  <a:lnTo>
                    <a:pt x="5406" y="9550"/>
                  </a:lnTo>
                  <a:close/>
                  <a:moveTo>
                    <a:pt x="4716" y="0"/>
                  </a:moveTo>
                  <a:lnTo>
                    <a:pt x="4716" y="2643"/>
                  </a:lnTo>
                  <a:lnTo>
                    <a:pt x="6073" y="2643"/>
                  </a:lnTo>
                  <a:lnTo>
                    <a:pt x="6073" y="3334"/>
                  </a:lnTo>
                  <a:cubicBezTo>
                    <a:pt x="6073" y="3715"/>
                    <a:pt x="5764" y="4025"/>
                    <a:pt x="5383" y="4025"/>
                  </a:cubicBezTo>
                  <a:lnTo>
                    <a:pt x="1" y="4025"/>
                  </a:lnTo>
                  <a:lnTo>
                    <a:pt x="1" y="7525"/>
                  </a:lnTo>
                  <a:lnTo>
                    <a:pt x="5383" y="7525"/>
                  </a:lnTo>
                  <a:cubicBezTo>
                    <a:pt x="5764" y="7525"/>
                    <a:pt x="6073" y="7835"/>
                    <a:pt x="6073" y="8216"/>
                  </a:cubicBezTo>
                  <a:lnTo>
                    <a:pt x="6073" y="8883"/>
                  </a:lnTo>
                  <a:lnTo>
                    <a:pt x="4716" y="8883"/>
                  </a:lnTo>
                  <a:lnTo>
                    <a:pt x="4716" y="11502"/>
                  </a:lnTo>
                  <a:lnTo>
                    <a:pt x="8121" y="11502"/>
                  </a:lnTo>
                  <a:lnTo>
                    <a:pt x="8121" y="8883"/>
                  </a:lnTo>
                  <a:lnTo>
                    <a:pt x="6740" y="8883"/>
                  </a:lnTo>
                  <a:lnTo>
                    <a:pt x="6740" y="8216"/>
                  </a:lnTo>
                  <a:cubicBezTo>
                    <a:pt x="6740" y="7478"/>
                    <a:pt x="6145" y="6882"/>
                    <a:pt x="5406" y="6882"/>
                  </a:cubicBezTo>
                  <a:lnTo>
                    <a:pt x="4621" y="6882"/>
                  </a:lnTo>
                  <a:lnTo>
                    <a:pt x="4621" y="6097"/>
                  </a:lnTo>
                  <a:lnTo>
                    <a:pt x="8121" y="6097"/>
                  </a:lnTo>
                  <a:lnTo>
                    <a:pt x="8121" y="7073"/>
                  </a:lnTo>
                  <a:lnTo>
                    <a:pt x="11503" y="7073"/>
                  </a:lnTo>
                  <a:lnTo>
                    <a:pt x="11503" y="4430"/>
                  </a:lnTo>
                  <a:lnTo>
                    <a:pt x="8121" y="4430"/>
                  </a:lnTo>
                  <a:lnTo>
                    <a:pt x="8121" y="5454"/>
                  </a:lnTo>
                  <a:lnTo>
                    <a:pt x="4621" y="5454"/>
                  </a:lnTo>
                  <a:lnTo>
                    <a:pt x="4621" y="4668"/>
                  </a:lnTo>
                  <a:lnTo>
                    <a:pt x="5406" y="4668"/>
                  </a:lnTo>
                  <a:cubicBezTo>
                    <a:pt x="6145" y="4668"/>
                    <a:pt x="6740" y="4072"/>
                    <a:pt x="6740" y="3334"/>
                  </a:cubicBezTo>
                  <a:lnTo>
                    <a:pt x="6740" y="2643"/>
                  </a:lnTo>
                  <a:lnTo>
                    <a:pt x="8121" y="2643"/>
                  </a:lnTo>
                  <a:lnTo>
                    <a:pt x="81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3F6F7"/>
                </a:solidFill>
              </a:endParaRPr>
            </a:p>
          </p:txBody>
        </p:sp>
        <p:grpSp>
          <p:nvGrpSpPr>
            <p:cNvPr id="4674" name="Google Shape;4674;p108"/>
            <p:cNvGrpSpPr/>
            <p:nvPr/>
          </p:nvGrpSpPr>
          <p:grpSpPr>
            <a:xfrm>
              <a:off x="5323051" y="4290192"/>
              <a:ext cx="59575" cy="19653"/>
              <a:chOff x="5323051" y="4290192"/>
              <a:chExt cx="59575" cy="19653"/>
            </a:xfrm>
          </p:grpSpPr>
          <p:sp>
            <p:nvSpPr>
              <p:cNvPr id="4675" name="Google Shape;4675;p108"/>
              <p:cNvSpPr/>
              <p:nvPr/>
            </p:nvSpPr>
            <p:spPr>
              <a:xfrm>
                <a:off x="5323051" y="4290192"/>
                <a:ext cx="20329" cy="19653"/>
              </a:xfrm>
              <a:custGeom>
                <a:avLst/>
                <a:gdLst/>
                <a:ahLst/>
                <a:cxnLst/>
                <a:rect l="l" t="t" r="r" b="b"/>
                <a:pathLst>
                  <a:path w="691" h="668" extrusionOk="0">
                    <a:moveTo>
                      <a:pt x="0" y="1"/>
                    </a:moveTo>
                    <a:lnTo>
                      <a:pt x="0" y="667"/>
                    </a:lnTo>
                    <a:lnTo>
                      <a:pt x="691" y="667"/>
                    </a:lnTo>
                    <a:lnTo>
                      <a:pt x="6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3F6F7"/>
                  </a:solidFill>
                </a:endParaRPr>
              </a:p>
            </p:txBody>
          </p:sp>
          <p:sp>
            <p:nvSpPr>
              <p:cNvPr id="4676" name="Google Shape;4676;p108"/>
              <p:cNvSpPr/>
              <p:nvPr/>
            </p:nvSpPr>
            <p:spPr>
              <a:xfrm>
                <a:off x="5362268" y="4290192"/>
                <a:ext cx="20359" cy="19653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68" extrusionOk="0">
                    <a:moveTo>
                      <a:pt x="1" y="1"/>
                    </a:moveTo>
                    <a:lnTo>
                      <a:pt x="1" y="667"/>
                    </a:lnTo>
                    <a:lnTo>
                      <a:pt x="691" y="667"/>
                    </a:lnTo>
                    <a:lnTo>
                      <a:pt x="6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3F6F7"/>
                  </a:solidFill>
                </a:endParaRPr>
              </a:p>
            </p:txBody>
          </p:sp>
        </p:grpSp>
      </p:grpSp>
      <p:sp>
        <p:nvSpPr>
          <p:cNvPr id="2" name="Google Shape;7118;p119">
            <a:extLst>
              <a:ext uri="{FF2B5EF4-FFF2-40B4-BE49-F238E27FC236}">
                <a16:creationId xmlns:a16="http://schemas.microsoft.com/office/drawing/2014/main" id="{75574038-F2B9-4196-FC60-4E6A495EB29E}"/>
              </a:ext>
            </a:extLst>
          </p:cNvPr>
          <p:cNvSpPr txBox="1"/>
          <p:nvPr/>
        </p:nvSpPr>
        <p:spPr>
          <a:xfrm flipH="1">
            <a:off x="-144440" y="116301"/>
            <a:ext cx="1098769" cy="430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0</a:t>
            </a:r>
            <a:r>
              <a:rPr lang="ar-EG" sz="3000" dirty="0">
                <a:solidFill>
                  <a:schemeClr val="dk2"/>
                </a:solidFill>
                <a:latin typeface="Aldrich"/>
                <a:ea typeface="Aldrich"/>
                <a:cs typeface="Aldrich"/>
                <a:sym typeface="Aldrich"/>
              </a:rPr>
              <a:t>7</a:t>
            </a:r>
            <a:endParaRPr sz="3000" b="1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E2C065C-2EE7-FE1A-BB33-84B3AB326C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827301"/>
              </p:ext>
            </p:extLst>
          </p:nvPr>
        </p:nvGraphicFramePr>
        <p:xfrm>
          <a:off x="1043940" y="660155"/>
          <a:ext cx="7162800" cy="4160519"/>
        </p:xfrm>
        <a:graphic>
          <a:graphicData uri="http://schemas.openxmlformats.org/drawingml/2006/table">
            <a:tbl>
              <a:tblPr/>
              <a:tblGrid>
                <a:gridCol w="1550670">
                  <a:extLst>
                    <a:ext uri="{9D8B030D-6E8A-4147-A177-3AD203B41FA5}">
                      <a16:colId xmlns:a16="http://schemas.microsoft.com/office/drawing/2014/main" val="4208182324"/>
                    </a:ext>
                  </a:extLst>
                </a:gridCol>
                <a:gridCol w="1870710">
                  <a:extLst>
                    <a:ext uri="{9D8B030D-6E8A-4147-A177-3AD203B41FA5}">
                      <a16:colId xmlns:a16="http://schemas.microsoft.com/office/drawing/2014/main" val="3240027662"/>
                    </a:ext>
                  </a:extLst>
                </a:gridCol>
                <a:gridCol w="1870710">
                  <a:extLst>
                    <a:ext uri="{9D8B030D-6E8A-4147-A177-3AD203B41FA5}">
                      <a16:colId xmlns:a16="http://schemas.microsoft.com/office/drawing/2014/main" val="2857681695"/>
                    </a:ext>
                  </a:extLst>
                </a:gridCol>
                <a:gridCol w="1870710">
                  <a:extLst>
                    <a:ext uri="{9D8B030D-6E8A-4147-A177-3AD203B41FA5}">
                      <a16:colId xmlns:a16="http://schemas.microsoft.com/office/drawing/2014/main" val="80385589"/>
                    </a:ext>
                  </a:extLst>
                </a:gridCol>
              </a:tblGrid>
              <a:tr h="416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Focus Area</a:t>
                      </a:r>
                      <a:endParaRPr lang="en-GB" sz="1050" dirty="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Key Observation</a:t>
                      </a:r>
                      <a:endParaRPr lang="en-GB" sz="105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Business Impact</a:t>
                      </a:r>
                      <a:endParaRPr lang="en-GB" sz="105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Strategic Recommendation</a:t>
                      </a:r>
                      <a:endParaRPr lang="en-GB" sz="1050" dirty="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7777792"/>
                  </a:ext>
                </a:extLst>
              </a:tr>
              <a:tr h="936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Retention</a:t>
                      </a:r>
                      <a:endParaRPr lang="en-GB" sz="1050" dirty="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Attrition is </a:t>
                      </a: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30% higher</a:t>
                      </a: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 for employees with long commutes (&gt;20km) and high overtime.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Increased recruitment costs and loss of institutional knowledge.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Introduce </a:t>
                      </a: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Hybrid Work</a:t>
                      </a: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 options for high-commute roles to reduce burnout.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111337"/>
                  </a:ext>
                </a:extLst>
              </a:tr>
              <a:tr h="936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Growth</a:t>
                      </a:r>
                      <a:endParaRPr lang="en-GB" sz="1050" dirty="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High turnover spike observed after </a:t>
                      </a:r>
                      <a:r>
                        <a:rPr lang="en-GB" sz="1050" b="1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3 years without promotion</a:t>
                      </a:r>
                      <a:r>
                        <a:rPr lang="en-GB" sz="1050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, even for top performers.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Loss of high-potential talent to competitors due to perceived stagnation.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Implement </a:t>
                      </a: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"Stay Interviews"</a:t>
                      </a: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 and clear internal mobility paths at the 2-year mark.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3130451"/>
                  </a:ext>
                </a:extLst>
              </a:tr>
              <a:tr h="936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Alignment</a:t>
                      </a:r>
                      <a:endParaRPr lang="en-GB" sz="105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Tech Dept shows a </a:t>
                      </a: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0.6 gap</a:t>
                      </a: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 between Self-Ratings (3.8) and Manager Ratings (3.2).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Risk of workplace conflict and decreased job satisfaction.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Standardize </a:t>
                      </a: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Performance Rubrics</a:t>
                      </a: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 to align expectations across departments.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7040033"/>
                  </a:ext>
                </a:extLst>
              </a:tr>
              <a:tr h="936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Development</a:t>
                      </a:r>
                      <a:endParaRPr lang="en-GB" sz="1050">
                        <a:solidFill>
                          <a:schemeClr val="bg1"/>
                        </a:solidFill>
                        <a:effectLst/>
                        <a:latin typeface="Abadi" panose="020B0604020104020204" pitchFamily="34" charset="0"/>
                      </a:endParaRP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Staff with </a:t>
                      </a:r>
                      <a:r>
                        <a:rPr lang="en-GB" sz="1050" b="1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3+ training sessions</a:t>
                      </a: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 show 15% higher ratings and better Work-Life Balance.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Direct correlation between continuous learning and operational efficiency.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Mandate </a:t>
                      </a:r>
                      <a:r>
                        <a:rPr lang="en-GB" sz="1050" b="1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Learning Hours</a:t>
                      </a:r>
                      <a:r>
                        <a:rPr lang="en-GB" sz="1050" dirty="0">
                          <a:solidFill>
                            <a:schemeClr val="bg1"/>
                          </a:solidFill>
                          <a:effectLst/>
                          <a:latin typeface="Abadi" panose="020B0604020104020204" pitchFamily="34" charset="0"/>
                        </a:rPr>
                        <a:t> as a core KPI for Department Managers.</a:t>
                      </a:r>
                    </a:p>
                  </a:txBody>
                  <a:tcPr marL="63941" marR="63941" marT="31970" marB="3197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832063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6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6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0" name="Google Shape;7420;p123"/>
          <p:cNvSpPr txBox="1">
            <a:spLocks noGrp="1"/>
          </p:cNvSpPr>
          <p:nvPr>
            <p:ph type="title"/>
          </p:nvPr>
        </p:nvSpPr>
        <p:spPr>
          <a:xfrm>
            <a:off x="2093623" y="1578566"/>
            <a:ext cx="4956754" cy="1245945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/>
              <a:t>Thank You</a:t>
            </a:r>
            <a:endParaRPr sz="7200" dirty="0"/>
          </a:p>
        </p:txBody>
      </p:sp>
      <p:pic>
        <p:nvPicPr>
          <p:cNvPr id="2050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C0A447A3-EA5C-C12D-BC82-26F114B25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647" y="3872725"/>
            <a:ext cx="683941" cy="683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7420;p123">
            <a:hlinkClick r:id="rId4"/>
            <a:extLst>
              <a:ext uri="{FF2B5EF4-FFF2-40B4-BE49-F238E27FC236}">
                <a16:creationId xmlns:a16="http://schemas.microsoft.com/office/drawing/2014/main" id="{B1C87E22-5AAF-74A7-A3EF-04688987E2CD}"/>
              </a:ext>
            </a:extLst>
          </p:cNvPr>
          <p:cNvSpPr txBox="1">
            <a:spLocks/>
          </p:cNvSpPr>
          <p:nvPr/>
        </p:nvSpPr>
        <p:spPr>
          <a:xfrm>
            <a:off x="1476588" y="4072720"/>
            <a:ext cx="2013743" cy="409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Aldrich"/>
              <a:buNone/>
              <a:defRPr sz="2900" b="0" i="0" u="none" strike="noStrike" cap="none">
                <a:solidFill>
                  <a:schemeClr val="lt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r>
              <a:rPr lang="en-GB" sz="2000" dirty="0"/>
              <a:t>GitHub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74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ata Science Project Proposal XL by Slidesgo">
  <a:themeElements>
    <a:clrScheme name="Simple Light">
      <a:dk1>
        <a:srgbClr val="0E0E0E"/>
      </a:dk1>
      <a:lt1>
        <a:srgbClr val="FFFFFF"/>
      </a:lt1>
      <a:dk2>
        <a:srgbClr val="72F49A"/>
      </a:dk2>
      <a:lt2>
        <a:srgbClr val="47A5F3"/>
      </a:lt2>
      <a:accent1>
        <a:srgbClr val="F341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719</TotalTime>
  <Words>483</Words>
  <Application>Microsoft Office PowerPoint</Application>
  <PresentationFormat>On-screen Show (16:9)</PresentationFormat>
  <Paragraphs>98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Fira Sans</vt:lpstr>
      <vt:lpstr>Arial</vt:lpstr>
      <vt:lpstr>Aldrich</vt:lpstr>
      <vt:lpstr>Bai Jamjuree</vt:lpstr>
      <vt:lpstr>Abel</vt:lpstr>
      <vt:lpstr>Merriweather</vt:lpstr>
      <vt:lpstr>Lato</vt:lpstr>
      <vt:lpstr>Abadi</vt:lpstr>
      <vt:lpstr>Data Science Project Proposal XL by Slidesgo</vt:lpstr>
      <vt:lpstr>HR ANALYSIS DASHBOARD PROJECT</vt:lpstr>
      <vt:lpstr>Team Members</vt:lpstr>
      <vt:lpstr>PROJECT OVERVIEW</vt:lpstr>
      <vt:lpstr>DATA SOURCE</vt:lpstr>
      <vt:lpstr>Question To Be Answer</vt:lpstr>
      <vt:lpstr>ANALYSIS STEPS</vt:lpstr>
      <vt:lpstr>Data Cleaning</vt:lpstr>
      <vt:lpstr>Data Modelling </vt:lpstr>
      <vt:lpstr>Dax </vt:lpstr>
      <vt:lpstr>Visual Sample</vt:lpstr>
      <vt:lpstr>HR Executive Summary Dashboard</vt:lpstr>
      <vt:lpstr>Reports</vt:lpstr>
      <vt:lpstr>Reports</vt:lpstr>
      <vt:lpstr>Reports</vt:lpstr>
      <vt:lpstr>Reports</vt:lpstr>
      <vt:lpstr>Reports</vt:lpstr>
      <vt:lpstr>Insights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Omar Eissa Ibrahim wahdan</cp:lastModifiedBy>
  <cp:revision>16</cp:revision>
  <dcterms:modified xsi:type="dcterms:W3CDTF">2026-04-28T01:00:54Z</dcterms:modified>
</cp:coreProperties>
</file>