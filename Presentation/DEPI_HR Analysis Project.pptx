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2" r:id="rId1"/>
  </p:sldMasterIdLst>
  <p:notesMasterIdLst>
    <p:notesMasterId r:id="rId9"/>
  </p:notesMasterIdLst>
  <p:sldIdLst>
    <p:sldId id="256" r:id="rId2"/>
    <p:sldId id="257" r:id="rId3"/>
    <p:sldId id="258" r:id="rId4"/>
    <p:sldId id="262" r:id="rId5"/>
    <p:sldId id="259" r:id="rId6"/>
    <p:sldId id="260" r:id="rId7"/>
    <p:sldId id="261" r:id="rId8"/>
  </p:sldIdLst>
  <p:sldSz cx="9144000" cy="5143500" type="screen16x9"/>
  <p:notesSz cx="6858000" cy="9144000"/>
  <p:embeddedFontLst>
    <p:embeddedFont>
      <p:font typeface="Abel" panose="02000506030000020004" pitchFamily="2" charset="0"/>
      <p:regular r:id="rId10"/>
    </p:embeddedFont>
    <p:embeddedFont>
      <p:font typeface="Aldrich" panose="020B0604020202020204" charset="0"/>
      <p:regular r:id="rId11"/>
    </p:embeddedFont>
    <p:embeddedFont>
      <p:font typeface="Bai Jamjuree" panose="020B0604020202020204" charset="-34"/>
      <p:regular r:id="rId12"/>
      <p:bold r:id="rId13"/>
      <p:italic r:id="rId14"/>
      <p:boldItalic r:id="rId15"/>
    </p:embeddedFont>
    <p:embeddedFont>
      <p:font typeface="Fira Sans" panose="020B0503050000020004" pitchFamily="34" charset="0"/>
      <p:regular r:id="rId16"/>
      <p:bold r:id="rId17"/>
      <p:italic r:id="rId18"/>
      <p:boldItalic r:id="rId19"/>
    </p:embeddedFont>
    <p:embeddedFont>
      <p:font typeface="Lato" panose="020F0502020204030203" pitchFamily="34" charset="0"/>
      <p:regular r:id="rId20"/>
      <p:bold r:id="rId21"/>
      <p:italic r:id="rId22"/>
      <p:boldItalic r:id="rId23"/>
    </p:embeddedFont>
    <p:embeddedFont>
      <p:font typeface="Merriweather" panose="000005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39AAC1-80CE-5475-8567-A8A3165026B7}" v="1" dt="2026-03-16T16:32:46.108"/>
    <p1510:client id="{4B694EF4-EFC7-435D-62E3-E10E2DDEA0EA}" v="20" dt="2026-03-16T16:08:35.399"/>
    <p1510:client id="{7E4BF4AC-012C-1A96-027F-EB09B7144B4E}" v="17" dt="2026-03-16T18:19:26.294"/>
    <p1510:client id="{F0CAD08B-0A7B-2B72-DAEF-C4BDDB8CC634}" v="17" dt="2026-03-16T18:25:47.217"/>
    <p1510:client id="{F126C729-7019-498E-9A05-F6BCE8D5E30F}" v="127" dt="2026-03-16T18:35:20.662"/>
    <p1510:client id="{F85AA91E-1D54-E973-7757-5A2D993592E3}" v="5" dt="2026-03-16T18:08:56.439"/>
  </p1510:revLst>
</p1510:revInfo>
</file>

<file path=ppt/tableStyles.xml><?xml version="1.0" encoding="utf-8"?>
<a:tblStyleLst xmlns:a="http://schemas.openxmlformats.org/drawingml/2006/main" def="{25B6D869-6EFF-4D19-A521-3EE09C8FB971}">
  <a:tblStyle styleId="{25B6D869-6EFF-4D19-A521-3EE09C8FB97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5" d="100"/>
          <a:sy n="135" d="100"/>
        </p:scale>
        <p:origin x="192"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font" Target="fonts/font17.fntdata"/><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font" Target="fonts/font15.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28" Type="http://schemas.openxmlformats.org/officeDocument/2006/relationships/presProps" Target="presProps.xml"/><Relationship Id="rId10" Type="http://schemas.openxmlformats.org/officeDocument/2006/relationships/font" Target="fonts/font1.fntdata"/><Relationship Id="rId19" Type="http://schemas.openxmlformats.org/officeDocument/2006/relationships/font" Target="fonts/font10.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font" Target="fonts/font1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7"/>
        <p:cNvGrpSpPr/>
        <p:nvPr/>
      </p:nvGrpSpPr>
      <p:grpSpPr>
        <a:xfrm>
          <a:off x="0" y="0"/>
          <a:ext cx="0" cy="0"/>
          <a:chOff x="0" y="0"/>
          <a:chExt cx="0" cy="0"/>
        </a:xfrm>
      </p:grpSpPr>
      <p:sp>
        <p:nvSpPr>
          <p:cNvPr id="2588" name="Google Shape;25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9" name="Google Shape;25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5"/>
        <p:cNvGrpSpPr/>
        <p:nvPr/>
      </p:nvGrpSpPr>
      <p:grpSpPr>
        <a:xfrm>
          <a:off x="0" y="0"/>
          <a:ext cx="0" cy="0"/>
          <a:chOff x="0" y="0"/>
          <a:chExt cx="0" cy="0"/>
        </a:xfrm>
      </p:grpSpPr>
      <p:sp>
        <p:nvSpPr>
          <p:cNvPr id="2596" name="Google Shape;2596;g127f379f983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7" name="Google Shape;2597;g127f379f983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8"/>
        <p:cNvGrpSpPr/>
        <p:nvPr/>
      </p:nvGrpSpPr>
      <p:grpSpPr>
        <a:xfrm>
          <a:off x="0" y="0"/>
          <a:ext cx="0" cy="0"/>
          <a:chOff x="0" y="0"/>
          <a:chExt cx="0" cy="0"/>
        </a:xfrm>
      </p:grpSpPr>
      <p:sp>
        <p:nvSpPr>
          <p:cNvPr id="2609" name="Google Shape;2609;g127f379f983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0" name="Google Shape;2610;g127f379f983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8">
          <a:extLst>
            <a:ext uri="{FF2B5EF4-FFF2-40B4-BE49-F238E27FC236}">
              <a16:creationId xmlns:a16="http://schemas.microsoft.com/office/drawing/2014/main" id="{9E82D079-EC65-4C67-21CC-246E362D50F4}"/>
            </a:ext>
          </a:extLst>
        </p:cNvPr>
        <p:cNvGrpSpPr/>
        <p:nvPr/>
      </p:nvGrpSpPr>
      <p:grpSpPr>
        <a:xfrm>
          <a:off x="0" y="0"/>
          <a:ext cx="0" cy="0"/>
          <a:chOff x="0" y="0"/>
          <a:chExt cx="0" cy="0"/>
        </a:xfrm>
      </p:grpSpPr>
      <p:sp>
        <p:nvSpPr>
          <p:cNvPr id="2609" name="Google Shape;2609;g127f379f983_0_31:notes">
            <a:extLst>
              <a:ext uri="{FF2B5EF4-FFF2-40B4-BE49-F238E27FC236}">
                <a16:creationId xmlns:a16="http://schemas.microsoft.com/office/drawing/2014/main" id="{3D94BDCB-300F-0102-71B9-4127D77877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0" name="Google Shape;2610;g127f379f983_0_31:notes">
            <a:extLst>
              <a:ext uri="{FF2B5EF4-FFF2-40B4-BE49-F238E27FC236}">
                <a16:creationId xmlns:a16="http://schemas.microsoft.com/office/drawing/2014/main" id="{8E71FB59-EC3A-379B-4EEB-A111F16AE0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8725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7"/>
        <p:cNvGrpSpPr/>
        <p:nvPr/>
      </p:nvGrpSpPr>
      <p:grpSpPr>
        <a:xfrm>
          <a:off x="0" y="0"/>
          <a:ext cx="0" cy="0"/>
          <a:chOff x="0" y="0"/>
          <a:chExt cx="0" cy="0"/>
        </a:xfrm>
      </p:grpSpPr>
      <p:sp>
        <p:nvSpPr>
          <p:cNvPr id="2648" name="Google Shape;2648;g13e9dbcaf0c_0_2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9" name="Google Shape;2649;g13e9dbcaf0c_0_2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2"/>
        <p:cNvGrpSpPr/>
        <p:nvPr/>
      </p:nvGrpSpPr>
      <p:grpSpPr>
        <a:xfrm>
          <a:off x="0" y="0"/>
          <a:ext cx="0" cy="0"/>
          <a:chOff x="0" y="0"/>
          <a:chExt cx="0" cy="0"/>
        </a:xfrm>
      </p:grpSpPr>
      <p:sp>
        <p:nvSpPr>
          <p:cNvPr id="2683" name="Google Shape;2683;g127f379f983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4" name="Google Shape;2684;g127f379f983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4"/>
        <p:cNvGrpSpPr/>
        <p:nvPr/>
      </p:nvGrpSpPr>
      <p:grpSpPr>
        <a:xfrm>
          <a:off x="0" y="0"/>
          <a:ext cx="0" cy="0"/>
          <a:chOff x="0" y="0"/>
          <a:chExt cx="0" cy="0"/>
        </a:xfrm>
      </p:grpSpPr>
      <p:sp>
        <p:nvSpPr>
          <p:cNvPr id="2695" name="Google Shape;2695;g13e9dbcaf0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6" name="Google Shape;2696;g13e9dbcaf0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jp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60000"/>
          </a:blip>
          <a:srcRect t="10" b="10"/>
          <a:stretch/>
        </p:blipFill>
        <p:spPr>
          <a:xfrm>
            <a:off x="0" y="1"/>
            <a:ext cx="9144002" cy="5143499"/>
          </a:xfrm>
          <a:prstGeom prst="rect">
            <a:avLst/>
          </a:prstGeom>
          <a:noFill/>
          <a:ln>
            <a:noFill/>
          </a:ln>
        </p:spPr>
      </p:pic>
      <p:sp>
        <p:nvSpPr>
          <p:cNvPr id="10" name="Google Shape;10;p2"/>
          <p:cNvSpPr txBox="1">
            <a:spLocks noGrp="1"/>
          </p:cNvSpPr>
          <p:nvPr>
            <p:ph type="ctrTitle"/>
          </p:nvPr>
        </p:nvSpPr>
        <p:spPr>
          <a:xfrm>
            <a:off x="1248375" y="1541473"/>
            <a:ext cx="6647100" cy="1695900"/>
          </a:xfrm>
          <a:prstGeom prst="rect">
            <a:avLst/>
          </a:prstGeom>
        </p:spPr>
        <p:txBody>
          <a:bodyPr spcFirstLastPara="1" wrap="square" lIns="91425" tIns="0" rIns="91425" bIns="91425" anchor="t" anchorCtr="0">
            <a:noAutofit/>
          </a:bodyPr>
          <a:lstStyle>
            <a:lvl1pPr lvl="0" algn="ctr">
              <a:lnSpc>
                <a:spcPct val="90000"/>
              </a:lnSpc>
              <a:spcBef>
                <a:spcPts val="0"/>
              </a:spcBef>
              <a:spcAft>
                <a:spcPts val="0"/>
              </a:spcAft>
              <a:buSzPts val="5200"/>
              <a:buNone/>
              <a:defRPr sz="6000">
                <a:latin typeface="Aldrich"/>
                <a:ea typeface="Aldrich"/>
                <a:cs typeface="Aldrich"/>
                <a:sym typeface="Aldrich"/>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1248525" y="3290708"/>
            <a:ext cx="6647100" cy="378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700">
                <a:solidFill>
                  <a:schemeClr val="lt1"/>
                </a:solidFill>
                <a:latin typeface="Bai Jamjuree"/>
                <a:ea typeface="Bai Jamjuree"/>
                <a:cs typeface="Bai Jamjuree"/>
                <a:sym typeface="Bai Jamjure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12" name="Google Shape;12;p2"/>
          <p:cNvPicPr preferRelativeResize="0"/>
          <p:nvPr/>
        </p:nvPicPr>
        <p:blipFill>
          <a:blip r:embed="rId3">
            <a:alphaModFix/>
          </a:blip>
          <a:stretch>
            <a:fillRect/>
          </a:stretch>
        </p:blipFill>
        <p:spPr>
          <a:xfrm>
            <a:off x="-467701" y="3755650"/>
            <a:ext cx="9353213" cy="2681250"/>
          </a:xfrm>
          <a:prstGeom prst="rect">
            <a:avLst/>
          </a:prstGeom>
          <a:noFill/>
          <a:ln>
            <a:noFill/>
          </a:ln>
        </p:spPr>
      </p:pic>
      <p:grpSp>
        <p:nvGrpSpPr>
          <p:cNvPr id="13" name="Google Shape;13;p2"/>
          <p:cNvGrpSpPr/>
          <p:nvPr/>
        </p:nvGrpSpPr>
        <p:grpSpPr>
          <a:xfrm>
            <a:off x="391864" y="3545270"/>
            <a:ext cx="289170" cy="284718"/>
            <a:chOff x="426000" y="3302025"/>
            <a:chExt cx="220875" cy="217475"/>
          </a:xfrm>
        </p:grpSpPr>
        <p:sp>
          <p:nvSpPr>
            <p:cNvPr id="14" name="Google Shape;14;p2"/>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432750"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16;p2"/>
          <p:cNvGrpSpPr/>
          <p:nvPr/>
        </p:nvGrpSpPr>
        <p:grpSpPr>
          <a:xfrm>
            <a:off x="357713" y="905775"/>
            <a:ext cx="357454" cy="956304"/>
            <a:chOff x="357713" y="600975"/>
            <a:chExt cx="357454" cy="956304"/>
          </a:xfrm>
        </p:grpSpPr>
        <p:sp>
          <p:nvSpPr>
            <p:cNvPr id="17" name="Google Shape;17;p2"/>
            <p:cNvSpPr/>
            <p:nvPr/>
          </p:nvSpPr>
          <p:spPr>
            <a:xfrm>
              <a:off x="357713" y="600975"/>
              <a:ext cx="357454" cy="357454"/>
            </a:xfrm>
            <a:custGeom>
              <a:avLst/>
              <a:gdLst/>
              <a:ahLst/>
              <a:cxnLst/>
              <a:rect l="l" t="t" r="r" b="b"/>
              <a:pathLst>
                <a:path w="6539" h="6539" fill="none" extrusionOk="0">
                  <a:moveTo>
                    <a:pt x="3954" y="367"/>
                  </a:moveTo>
                  <a:cubicBezTo>
                    <a:pt x="5535" y="752"/>
                    <a:pt x="6538" y="2353"/>
                    <a:pt x="6152" y="3954"/>
                  </a:cubicBezTo>
                  <a:cubicBezTo>
                    <a:pt x="5767" y="5535"/>
                    <a:pt x="4166" y="6538"/>
                    <a:pt x="2584" y="6153"/>
                  </a:cubicBezTo>
                  <a:cubicBezTo>
                    <a:pt x="984" y="5767"/>
                    <a:pt x="0" y="4166"/>
                    <a:pt x="366" y="2585"/>
                  </a:cubicBezTo>
                  <a:cubicBezTo>
                    <a:pt x="752" y="984"/>
                    <a:pt x="2353" y="0"/>
                    <a:pt x="3954" y="36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374549" y="819196"/>
              <a:ext cx="324765" cy="324765"/>
            </a:xfrm>
            <a:custGeom>
              <a:avLst/>
              <a:gdLst/>
              <a:ahLst/>
              <a:cxnLst/>
              <a:rect l="l" t="t" r="r" b="b"/>
              <a:pathLst>
                <a:path w="5941" h="5941" fill="none" extrusionOk="0">
                  <a:moveTo>
                    <a:pt x="5941" y="2971"/>
                  </a:moveTo>
                  <a:cubicBezTo>
                    <a:pt x="5941" y="4610"/>
                    <a:pt x="4610" y="5941"/>
                    <a:pt x="2971" y="5941"/>
                  </a:cubicBezTo>
                  <a:cubicBezTo>
                    <a:pt x="1331" y="5941"/>
                    <a:pt x="1" y="4610"/>
                    <a:pt x="1" y="2971"/>
                  </a:cubicBezTo>
                  <a:cubicBezTo>
                    <a:pt x="1" y="1331"/>
                    <a:pt x="1331" y="1"/>
                    <a:pt x="2971" y="1"/>
                  </a:cubicBezTo>
                  <a:cubicBezTo>
                    <a:pt x="4610" y="1"/>
                    <a:pt x="5941" y="1331"/>
                    <a:pt x="5941" y="2971"/>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57713" y="997347"/>
              <a:ext cx="357454" cy="357509"/>
            </a:xfrm>
            <a:custGeom>
              <a:avLst/>
              <a:gdLst/>
              <a:ahLst/>
              <a:cxnLst/>
              <a:rect l="l" t="t" r="r" b="b"/>
              <a:pathLst>
                <a:path w="6539" h="6540" fill="none" extrusionOk="0">
                  <a:moveTo>
                    <a:pt x="3954" y="387"/>
                  </a:moveTo>
                  <a:cubicBezTo>
                    <a:pt x="5555" y="753"/>
                    <a:pt x="6538" y="2354"/>
                    <a:pt x="6152" y="3955"/>
                  </a:cubicBezTo>
                  <a:cubicBezTo>
                    <a:pt x="5767" y="5556"/>
                    <a:pt x="4166" y="6539"/>
                    <a:pt x="2584" y="6153"/>
                  </a:cubicBezTo>
                  <a:cubicBezTo>
                    <a:pt x="984" y="5787"/>
                    <a:pt x="0" y="4186"/>
                    <a:pt x="366" y="2585"/>
                  </a:cubicBezTo>
                  <a:cubicBezTo>
                    <a:pt x="752" y="985"/>
                    <a:pt x="2353" y="1"/>
                    <a:pt x="3954" y="38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358751" y="1200863"/>
              <a:ext cx="356416" cy="356416"/>
            </a:xfrm>
            <a:custGeom>
              <a:avLst/>
              <a:gdLst/>
              <a:ahLst/>
              <a:cxnLst/>
              <a:rect l="l" t="t" r="r" b="b"/>
              <a:pathLst>
                <a:path w="6520" h="6520" fill="none" extrusionOk="0">
                  <a:moveTo>
                    <a:pt x="5362" y="1158"/>
                  </a:moveTo>
                  <a:cubicBezTo>
                    <a:pt x="6519" y="2315"/>
                    <a:pt x="6519" y="4186"/>
                    <a:pt x="5362" y="5343"/>
                  </a:cubicBezTo>
                  <a:cubicBezTo>
                    <a:pt x="4186" y="6519"/>
                    <a:pt x="2315" y="6519"/>
                    <a:pt x="1157" y="5343"/>
                  </a:cubicBezTo>
                  <a:cubicBezTo>
                    <a:pt x="0" y="4186"/>
                    <a:pt x="0" y="2315"/>
                    <a:pt x="1157" y="1158"/>
                  </a:cubicBezTo>
                  <a:cubicBezTo>
                    <a:pt x="2315" y="0"/>
                    <a:pt x="4186" y="0"/>
                    <a:pt x="5362" y="1158"/>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a:off x="5258308" y="722871"/>
            <a:ext cx="793256" cy="182899"/>
            <a:chOff x="2685575" y="2835950"/>
            <a:chExt cx="433000" cy="99825"/>
          </a:xfrm>
        </p:grpSpPr>
        <p:sp>
          <p:nvSpPr>
            <p:cNvPr id="22" name="Google Shape;22;p2"/>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1409864" y="-1010428"/>
            <a:ext cx="2019176" cy="2019176"/>
            <a:chOff x="1943325" y="-220375"/>
            <a:chExt cx="1298672" cy="1298672"/>
          </a:xfrm>
        </p:grpSpPr>
        <p:sp>
          <p:nvSpPr>
            <p:cNvPr id="27" name="Google Shape;27;p2"/>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8366565" y="3429220"/>
            <a:ext cx="1965289" cy="517060"/>
            <a:chOff x="3539975" y="3523525"/>
            <a:chExt cx="745925" cy="196250"/>
          </a:xfrm>
        </p:grpSpPr>
        <p:sp>
          <p:nvSpPr>
            <p:cNvPr id="76" name="Google Shape;76;p2"/>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 name="Google Shape;92;p2"/>
          <p:cNvSpPr/>
          <p:nvPr/>
        </p:nvSpPr>
        <p:spPr>
          <a:xfrm>
            <a:off x="7796285" y="2758125"/>
            <a:ext cx="825452" cy="1673688"/>
          </a:xfrm>
          <a:custGeom>
            <a:avLst/>
            <a:gdLst/>
            <a:ahLst/>
            <a:cxnLst/>
            <a:rect l="l" t="t" r="r" b="b"/>
            <a:pathLst>
              <a:path w="16883" h="34232" fill="none" extrusionOk="0">
                <a:moveTo>
                  <a:pt x="16882" y="34232"/>
                </a:moveTo>
                <a:cubicBezTo>
                  <a:pt x="7517" y="34109"/>
                  <a:pt x="1" y="26494"/>
                  <a:pt x="1" y="17129"/>
                </a:cubicBezTo>
                <a:cubicBezTo>
                  <a:pt x="1" y="7764"/>
                  <a:pt x="7517" y="124"/>
                  <a:pt x="16882" y="1"/>
                </a:cubicBezTo>
              </a:path>
            </a:pathLst>
          </a:custGeom>
          <a:noFill/>
          <a:ln w="85025" cap="flat" cmpd="sng">
            <a:solidFill>
              <a:schemeClr val="lt1"/>
            </a:solidFill>
            <a:prstDash val="solid"/>
            <a:miter lim="246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3" name="Google Shape;93;p2"/>
          <p:cNvPicPr preferRelativeResize="0"/>
          <p:nvPr/>
        </p:nvPicPr>
        <p:blipFill>
          <a:blip r:embed="rId4">
            <a:alphaModFix/>
          </a:blip>
          <a:stretch>
            <a:fillRect/>
          </a:stretch>
        </p:blipFill>
        <p:spPr>
          <a:xfrm>
            <a:off x="7164689" y="-802375"/>
            <a:ext cx="2527512" cy="26812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4"/>
        <p:cNvGrpSpPr/>
        <p:nvPr/>
      </p:nvGrpSpPr>
      <p:grpSpPr>
        <a:xfrm>
          <a:off x="0" y="0"/>
          <a:ext cx="0" cy="0"/>
          <a:chOff x="0" y="0"/>
          <a:chExt cx="0" cy="0"/>
        </a:xfrm>
      </p:grpSpPr>
      <p:pic>
        <p:nvPicPr>
          <p:cNvPr id="265" name="Google Shape;265;p6"/>
          <p:cNvPicPr preferRelativeResize="0"/>
          <p:nvPr/>
        </p:nvPicPr>
        <p:blipFill rotWithShape="1">
          <a:blip r:embed="rId2">
            <a:alphaModFix amt="60000"/>
          </a:blip>
          <a:srcRect t="10" b="10"/>
          <a:stretch/>
        </p:blipFill>
        <p:spPr>
          <a:xfrm rot="10800000" flipH="1">
            <a:off x="0" y="1"/>
            <a:ext cx="9144002" cy="5143499"/>
          </a:xfrm>
          <a:prstGeom prst="rect">
            <a:avLst/>
          </a:prstGeom>
          <a:noFill/>
          <a:ln>
            <a:noFill/>
          </a:ln>
        </p:spPr>
      </p:pic>
      <p:sp>
        <p:nvSpPr>
          <p:cNvPr id="266" name="Google Shape;266;p6"/>
          <p:cNvSpPr txBox="1">
            <a:spLocks noGrp="1"/>
          </p:cNvSpPr>
          <p:nvPr>
            <p:ph type="title"/>
          </p:nvPr>
        </p:nvSpPr>
        <p:spPr>
          <a:xfrm>
            <a:off x="715500" y="538250"/>
            <a:ext cx="7713000" cy="420600"/>
          </a:xfrm>
          <a:prstGeom prst="rect">
            <a:avLst/>
          </a:prstGeom>
        </p:spPr>
        <p:txBody>
          <a:bodyPr spcFirstLastPara="1" wrap="square" lIns="91425" tIns="0" rIns="91425" bIns="91425" anchor="t" anchorCtr="0">
            <a:noAutofit/>
          </a:bodyPr>
          <a:lstStyle>
            <a:lvl1pPr lvl="0">
              <a:spcBef>
                <a:spcPts val="0"/>
              </a:spcBef>
              <a:spcAft>
                <a:spcPts val="0"/>
              </a:spcAft>
              <a:buSzPts val="2900"/>
              <a:buNone/>
              <a:defRPr sz="2900">
                <a:latin typeface="Aldrich"/>
                <a:ea typeface="Aldrich"/>
                <a:cs typeface="Aldrich"/>
                <a:sym typeface="Aldrich"/>
              </a:defRPr>
            </a:lvl1pPr>
            <a:lvl2pPr lvl="1">
              <a:spcBef>
                <a:spcPts val="0"/>
              </a:spcBef>
              <a:spcAft>
                <a:spcPts val="0"/>
              </a:spcAft>
              <a:buSzPts val="2900"/>
              <a:buNone/>
              <a:defRPr/>
            </a:lvl2pPr>
            <a:lvl3pPr lvl="2">
              <a:spcBef>
                <a:spcPts val="0"/>
              </a:spcBef>
              <a:spcAft>
                <a:spcPts val="0"/>
              </a:spcAft>
              <a:buSzPts val="2900"/>
              <a:buNone/>
              <a:defRPr/>
            </a:lvl3pPr>
            <a:lvl4pPr lvl="3">
              <a:spcBef>
                <a:spcPts val="0"/>
              </a:spcBef>
              <a:spcAft>
                <a:spcPts val="0"/>
              </a:spcAft>
              <a:buSzPts val="2900"/>
              <a:buNone/>
              <a:defRPr/>
            </a:lvl4pPr>
            <a:lvl5pPr lvl="4">
              <a:spcBef>
                <a:spcPts val="0"/>
              </a:spcBef>
              <a:spcAft>
                <a:spcPts val="0"/>
              </a:spcAft>
              <a:buSzPts val="2900"/>
              <a:buNone/>
              <a:defRPr/>
            </a:lvl5pPr>
            <a:lvl6pPr lvl="5">
              <a:spcBef>
                <a:spcPts val="0"/>
              </a:spcBef>
              <a:spcAft>
                <a:spcPts val="0"/>
              </a:spcAft>
              <a:buSzPts val="2900"/>
              <a:buNone/>
              <a:defRPr/>
            </a:lvl6pPr>
            <a:lvl7pPr lvl="6">
              <a:spcBef>
                <a:spcPts val="0"/>
              </a:spcBef>
              <a:spcAft>
                <a:spcPts val="0"/>
              </a:spcAft>
              <a:buSzPts val="2900"/>
              <a:buNone/>
              <a:defRPr/>
            </a:lvl7pPr>
            <a:lvl8pPr lvl="7">
              <a:spcBef>
                <a:spcPts val="0"/>
              </a:spcBef>
              <a:spcAft>
                <a:spcPts val="0"/>
              </a:spcAft>
              <a:buSzPts val="2900"/>
              <a:buNone/>
              <a:defRPr/>
            </a:lvl8pPr>
            <a:lvl9pPr lvl="8">
              <a:spcBef>
                <a:spcPts val="0"/>
              </a:spcBef>
              <a:spcAft>
                <a:spcPts val="0"/>
              </a:spcAft>
              <a:buSzPts val="2900"/>
              <a:buNone/>
              <a:defRPr/>
            </a:lvl9pPr>
          </a:lstStyle>
          <a:p>
            <a:endParaRPr/>
          </a:p>
        </p:txBody>
      </p:sp>
      <p:grpSp>
        <p:nvGrpSpPr>
          <p:cNvPr id="267" name="Google Shape;267;p6"/>
          <p:cNvGrpSpPr/>
          <p:nvPr/>
        </p:nvGrpSpPr>
        <p:grpSpPr>
          <a:xfrm flipH="1">
            <a:off x="-99423" y="4189150"/>
            <a:ext cx="1039906" cy="679800"/>
            <a:chOff x="4082325" y="3790650"/>
            <a:chExt cx="1039906" cy="679800"/>
          </a:xfrm>
        </p:grpSpPr>
        <p:sp>
          <p:nvSpPr>
            <p:cNvPr id="268" name="Google Shape;268;p6"/>
            <p:cNvSpPr/>
            <p:nvPr/>
          </p:nvSpPr>
          <p:spPr>
            <a:xfrm>
              <a:off x="4082325" y="3790650"/>
              <a:ext cx="1039906" cy="94858"/>
            </a:xfrm>
            <a:custGeom>
              <a:avLst/>
              <a:gdLst/>
              <a:ahLst/>
              <a:cxnLst/>
              <a:rect l="l" t="t" r="r" b="b"/>
              <a:pathLst>
                <a:path w="15874" h="1448" fill="none" extrusionOk="0">
                  <a:moveTo>
                    <a:pt x="1" y="1"/>
                  </a:moveTo>
                  <a:cubicBezTo>
                    <a:pt x="1138" y="1"/>
                    <a:pt x="1138" y="1447"/>
                    <a:pt x="2276" y="1447"/>
                  </a:cubicBezTo>
                  <a:cubicBezTo>
                    <a:pt x="3395" y="1447"/>
                    <a:pt x="3395" y="1"/>
                    <a:pt x="4533" y="1"/>
                  </a:cubicBezTo>
                  <a:cubicBezTo>
                    <a:pt x="5671" y="1"/>
                    <a:pt x="5671" y="1447"/>
                    <a:pt x="6809" y="1447"/>
                  </a:cubicBezTo>
                  <a:cubicBezTo>
                    <a:pt x="7947" y="1447"/>
                    <a:pt x="7947" y="1"/>
                    <a:pt x="9065" y="1"/>
                  </a:cubicBezTo>
                  <a:cubicBezTo>
                    <a:pt x="10203" y="1"/>
                    <a:pt x="10203" y="1447"/>
                    <a:pt x="11341" y="1447"/>
                  </a:cubicBezTo>
                  <a:cubicBezTo>
                    <a:pt x="12479" y="1447"/>
                    <a:pt x="12479" y="1"/>
                    <a:pt x="13617" y="1"/>
                  </a:cubicBezTo>
                  <a:cubicBezTo>
                    <a:pt x="14736" y="1"/>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4082325" y="4083808"/>
              <a:ext cx="1039906" cy="94793"/>
            </a:xfrm>
            <a:custGeom>
              <a:avLst/>
              <a:gdLst/>
              <a:ahLst/>
              <a:cxnLst/>
              <a:rect l="l" t="t" r="r" b="b"/>
              <a:pathLst>
                <a:path w="15874" h="1447" fill="none" extrusionOk="0">
                  <a:moveTo>
                    <a:pt x="1" y="0"/>
                  </a:moveTo>
                  <a:cubicBezTo>
                    <a:pt x="1138" y="0"/>
                    <a:pt x="1138" y="1447"/>
                    <a:pt x="2276" y="1447"/>
                  </a:cubicBezTo>
                  <a:cubicBezTo>
                    <a:pt x="3395" y="1447"/>
                    <a:pt x="3395" y="0"/>
                    <a:pt x="4533" y="0"/>
                  </a:cubicBezTo>
                  <a:cubicBezTo>
                    <a:pt x="5671" y="0"/>
                    <a:pt x="5671" y="1447"/>
                    <a:pt x="6809" y="1447"/>
                  </a:cubicBezTo>
                  <a:cubicBezTo>
                    <a:pt x="7947" y="1447"/>
                    <a:pt x="7947" y="0"/>
                    <a:pt x="9065" y="0"/>
                  </a:cubicBezTo>
                  <a:cubicBezTo>
                    <a:pt x="10203" y="0"/>
                    <a:pt x="10203" y="1447"/>
                    <a:pt x="11341" y="1447"/>
                  </a:cubicBezTo>
                  <a:cubicBezTo>
                    <a:pt x="12479" y="1447"/>
                    <a:pt x="12479" y="0"/>
                    <a:pt x="13617" y="0"/>
                  </a:cubicBezTo>
                  <a:cubicBezTo>
                    <a:pt x="14736" y="0"/>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4082325" y="4375657"/>
              <a:ext cx="1039906" cy="94793"/>
            </a:xfrm>
            <a:custGeom>
              <a:avLst/>
              <a:gdLst/>
              <a:ahLst/>
              <a:cxnLst/>
              <a:rect l="l" t="t" r="r" b="b"/>
              <a:pathLst>
                <a:path w="15874" h="1447" fill="none" extrusionOk="0">
                  <a:moveTo>
                    <a:pt x="1" y="0"/>
                  </a:moveTo>
                  <a:cubicBezTo>
                    <a:pt x="1138" y="0"/>
                    <a:pt x="1138" y="1447"/>
                    <a:pt x="2276" y="1447"/>
                  </a:cubicBezTo>
                  <a:cubicBezTo>
                    <a:pt x="3395" y="1447"/>
                    <a:pt x="3395" y="0"/>
                    <a:pt x="4533" y="0"/>
                  </a:cubicBezTo>
                  <a:cubicBezTo>
                    <a:pt x="5671" y="0"/>
                    <a:pt x="5671" y="1447"/>
                    <a:pt x="6809" y="1447"/>
                  </a:cubicBezTo>
                  <a:cubicBezTo>
                    <a:pt x="7947" y="1447"/>
                    <a:pt x="7947" y="0"/>
                    <a:pt x="9065" y="0"/>
                  </a:cubicBezTo>
                  <a:cubicBezTo>
                    <a:pt x="10203" y="0"/>
                    <a:pt x="10203" y="1447"/>
                    <a:pt x="11341" y="1447"/>
                  </a:cubicBezTo>
                  <a:cubicBezTo>
                    <a:pt x="12479" y="1447"/>
                    <a:pt x="12479" y="0"/>
                    <a:pt x="13617" y="0"/>
                  </a:cubicBezTo>
                  <a:cubicBezTo>
                    <a:pt x="14736" y="0"/>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6"/>
          <p:cNvGrpSpPr/>
          <p:nvPr/>
        </p:nvGrpSpPr>
        <p:grpSpPr>
          <a:xfrm rot="5400000">
            <a:off x="8405096" y="2480296"/>
            <a:ext cx="793256" cy="182899"/>
            <a:chOff x="2685575" y="2835950"/>
            <a:chExt cx="433000" cy="99825"/>
          </a:xfrm>
        </p:grpSpPr>
        <p:sp>
          <p:nvSpPr>
            <p:cNvPr id="272" name="Google Shape;272;p6"/>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6"/>
          <p:cNvGrpSpPr/>
          <p:nvPr/>
        </p:nvGrpSpPr>
        <p:grpSpPr>
          <a:xfrm flipH="1">
            <a:off x="8194575" y="4265345"/>
            <a:ext cx="1965289" cy="517060"/>
            <a:chOff x="3539975" y="3523525"/>
            <a:chExt cx="745925" cy="196250"/>
          </a:xfrm>
        </p:grpSpPr>
        <p:sp>
          <p:nvSpPr>
            <p:cNvPr id="277" name="Google Shape;277;p6"/>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6"/>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6"/>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6"/>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6"/>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5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555"/>
        <p:cNvGrpSpPr/>
        <p:nvPr/>
      </p:nvGrpSpPr>
      <p:grpSpPr>
        <a:xfrm>
          <a:off x="0" y="0"/>
          <a:ext cx="0" cy="0"/>
          <a:chOff x="0" y="0"/>
          <a:chExt cx="0" cy="0"/>
        </a:xfrm>
      </p:grpSpPr>
      <p:pic>
        <p:nvPicPr>
          <p:cNvPr id="556" name="Google Shape;556;p13"/>
          <p:cNvPicPr preferRelativeResize="0"/>
          <p:nvPr/>
        </p:nvPicPr>
        <p:blipFill rotWithShape="1">
          <a:blip r:embed="rId2">
            <a:alphaModFix amt="60000"/>
          </a:blip>
          <a:srcRect l="40" r="30"/>
          <a:stretch/>
        </p:blipFill>
        <p:spPr>
          <a:xfrm rot="10800000" flipH="1">
            <a:off x="0" y="1"/>
            <a:ext cx="9144002" cy="5143499"/>
          </a:xfrm>
          <a:prstGeom prst="rect">
            <a:avLst/>
          </a:prstGeom>
          <a:noFill/>
          <a:ln>
            <a:noFill/>
          </a:ln>
        </p:spPr>
      </p:pic>
      <p:sp>
        <p:nvSpPr>
          <p:cNvPr id="557" name="Google Shape;557;p13"/>
          <p:cNvSpPr txBox="1">
            <a:spLocks noGrp="1"/>
          </p:cNvSpPr>
          <p:nvPr>
            <p:ph type="title" hasCustomPrompt="1"/>
          </p:nvPr>
        </p:nvSpPr>
        <p:spPr>
          <a:xfrm>
            <a:off x="817925" y="1535078"/>
            <a:ext cx="821700" cy="554400"/>
          </a:xfrm>
          <a:prstGeom prst="rect">
            <a:avLst/>
          </a:prstGeom>
        </p:spPr>
        <p:txBody>
          <a:bodyPr spcFirstLastPara="1" wrap="square" lIns="91425" tIns="0" rIns="91425" bIns="91425" anchor="t" anchorCtr="0">
            <a:noAutofit/>
          </a:bodyPr>
          <a:lstStyle>
            <a:lvl1pPr lvl="0" algn="ctr" rtl="0">
              <a:spcBef>
                <a:spcPts val="0"/>
              </a:spcBef>
              <a:spcAft>
                <a:spcPts val="0"/>
              </a:spcAft>
              <a:buSzPts val="3700"/>
              <a:buNone/>
              <a:defRPr sz="2300"/>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558" name="Google Shape;558;p13"/>
          <p:cNvSpPr txBox="1">
            <a:spLocks noGrp="1"/>
          </p:cNvSpPr>
          <p:nvPr>
            <p:ph type="subTitle" idx="1"/>
          </p:nvPr>
        </p:nvSpPr>
        <p:spPr>
          <a:xfrm>
            <a:off x="1639675" y="1483450"/>
            <a:ext cx="2887200" cy="354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2100">
                <a:latin typeface="Aldrich"/>
                <a:ea typeface="Aldrich"/>
                <a:cs typeface="Aldrich"/>
                <a:sym typeface="Aldrich"/>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9" name="Google Shape;559;p13"/>
          <p:cNvSpPr txBox="1">
            <a:spLocks noGrp="1"/>
          </p:cNvSpPr>
          <p:nvPr>
            <p:ph type="subTitle" idx="2"/>
          </p:nvPr>
        </p:nvSpPr>
        <p:spPr>
          <a:xfrm>
            <a:off x="1639675" y="1838040"/>
            <a:ext cx="2349300" cy="5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0" name="Google Shape;560;p13"/>
          <p:cNvSpPr txBox="1">
            <a:spLocks noGrp="1"/>
          </p:cNvSpPr>
          <p:nvPr>
            <p:ph type="title" idx="3" hasCustomPrompt="1"/>
          </p:nvPr>
        </p:nvSpPr>
        <p:spPr>
          <a:xfrm>
            <a:off x="817925" y="2547299"/>
            <a:ext cx="821700" cy="554400"/>
          </a:xfrm>
          <a:prstGeom prst="rect">
            <a:avLst/>
          </a:prstGeom>
        </p:spPr>
        <p:txBody>
          <a:bodyPr spcFirstLastPara="1" wrap="square" lIns="91425" tIns="0" rIns="91425" bIns="91425" anchor="t" anchorCtr="0">
            <a:noAutofit/>
          </a:bodyPr>
          <a:lstStyle>
            <a:lvl1pPr lvl="0" algn="ctr" rtl="0">
              <a:spcBef>
                <a:spcPts val="0"/>
              </a:spcBef>
              <a:spcAft>
                <a:spcPts val="0"/>
              </a:spcAft>
              <a:buSzPts val="3700"/>
              <a:buNone/>
              <a:defRPr sz="2300"/>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561" name="Google Shape;561;p13"/>
          <p:cNvSpPr txBox="1">
            <a:spLocks noGrp="1"/>
          </p:cNvSpPr>
          <p:nvPr>
            <p:ph type="subTitle" idx="4"/>
          </p:nvPr>
        </p:nvSpPr>
        <p:spPr>
          <a:xfrm>
            <a:off x="1639675" y="2497425"/>
            <a:ext cx="2887200" cy="35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2100">
                <a:latin typeface="Aldrich"/>
                <a:ea typeface="Aldrich"/>
                <a:cs typeface="Aldrich"/>
                <a:sym typeface="Aldric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2" name="Google Shape;562;p13"/>
          <p:cNvSpPr txBox="1">
            <a:spLocks noGrp="1"/>
          </p:cNvSpPr>
          <p:nvPr>
            <p:ph type="subTitle" idx="5"/>
          </p:nvPr>
        </p:nvSpPr>
        <p:spPr>
          <a:xfrm>
            <a:off x="1639675" y="2852015"/>
            <a:ext cx="2349300" cy="5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3" name="Google Shape;563;p13"/>
          <p:cNvSpPr txBox="1">
            <a:spLocks noGrp="1"/>
          </p:cNvSpPr>
          <p:nvPr>
            <p:ph type="title" idx="6" hasCustomPrompt="1"/>
          </p:nvPr>
        </p:nvSpPr>
        <p:spPr>
          <a:xfrm>
            <a:off x="817925" y="3559519"/>
            <a:ext cx="821700" cy="554400"/>
          </a:xfrm>
          <a:prstGeom prst="rect">
            <a:avLst/>
          </a:prstGeom>
        </p:spPr>
        <p:txBody>
          <a:bodyPr spcFirstLastPara="1" wrap="square" lIns="91425" tIns="0" rIns="91425" bIns="91425" anchor="t" anchorCtr="0">
            <a:noAutofit/>
          </a:bodyPr>
          <a:lstStyle>
            <a:lvl1pPr lvl="0" algn="ctr" rtl="0">
              <a:spcBef>
                <a:spcPts val="0"/>
              </a:spcBef>
              <a:spcAft>
                <a:spcPts val="0"/>
              </a:spcAft>
              <a:buSzPts val="3700"/>
              <a:buNone/>
              <a:defRPr sz="2300"/>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564" name="Google Shape;564;p13"/>
          <p:cNvSpPr txBox="1">
            <a:spLocks noGrp="1"/>
          </p:cNvSpPr>
          <p:nvPr>
            <p:ph type="subTitle" idx="7"/>
          </p:nvPr>
        </p:nvSpPr>
        <p:spPr>
          <a:xfrm>
            <a:off x="1639675" y="3511400"/>
            <a:ext cx="2887200" cy="35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2100">
                <a:latin typeface="Aldrich"/>
                <a:ea typeface="Aldrich"/>
                <a:cs typeface="Aldrich"/>
                <a:sym typeface="Aldric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5" name="Google Shape;565;p13"/>
          <p:cNvSpPr txBox="1">
            <a:spLocks noGrp="1"/>
          </p:cNvSpPr>
          <p:nvPr>
            <p:ph type="subTitle" idx="8"/>
          </p:nvPr>
        </p:nvSpPr>
        <p:spPr>
          <a:xfrm>
            <a:off x="1639675" y="3865990"/>
            <a:ext cx="2349300" cy="5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6" name="Google Shape;566;p13"/>
          <p:cNvSpPr txBox="1">
            <a:spLocks noGrp="1"/>
          </p:cNvSpPr>
          <p:nvPr>
            <p:ph type="title" idx="9" hasCustomPrompt="1"/>
          </p:nvPr>
        </p:nvSpPr>
        <p:spPr>
          <a:xfrm>
            <a:off x="4707713" y="1535078"/>
            <a:ext cx="821700" cy="554400"/>
          </a:xfrm>
          <a:prstGeom prst="rect">
            <a:avLst/>
          </a:prstGeom>
        </p:spPr>
        <p:txBody>
          <a:bodyPr spcFirstLastPara="1" wrap="square" lIns="91425" tIns="0" rIns="91425" bIns="91425" anchor="t" anchorCtr="0">
            <a:noAutofit/>
          </a:bodyPr>
          <a:lstStyle>
            <a:lvl1pPr lvl="0" algn="ctr" rtl="0">
              <a:spcBef>
                <a:spcPts val="0"/>
              </a:spcBef>
              <a:spcAft>
                <a:spcPts val="0"/>
              </a:spcAft>
              <a:buSzPts val="3700"/>
              <a:buNone/>
              <a:defRPr sz="2300"/>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567" name="Google Shape;567;p13"/>
          <p:cNvSpPr txBox="1">
            <a:spLocks noGrp="1"/>
          </p:cNvSpPr>
          <p:nvPr>
            <p:ph type="subTitle" idx="13"/>
          </p:nvPr>
        </p:nvSpPr>
        <p:spPr>
          <a:xfrm>
            <a:off x="5529413" y="1483450"/>
            <a:ext cx="2887200" cy="35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2100">
                <a:latin typeface="Aldrich"/>
                <a:ea typeface="Aldrich"/>
                <a:cs typeface="Aldrich"/>
                <a:sym typeface="Aldric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8" name="Google Shape;568;p13"/>
          <p:cNvSpPr txBox="1">
            <a:spLocks noGrp="1"/>
          </p:cNvSpPr>
          <p:nvPr>
            <p:ph type="subTitle" idx="14"/>
          </p:nvPr>
        </p:nvSpPr>
        <p:spPr>
          <a:xfrm>
            <a:off x="5529413" y="1838040"/>
            <a:ext cx="2349300" cy="5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9" name="Google Shape;569;p13"/>
          <p:cNvSpPr txBox="1">
            <a:spLocks noGrp="1"/>
          </p:cNvSpPr>
          <p:nvPr>
            <p:ph type="title" idx="15" hasCustomPrompt="1"/>
          </p:nvPr>
        </p:nvSpPr>
        <p:spPr>
          <a:xfrm>
            <a:off x="4707713" y="2547299"/>
            <a:ext cx="821700" cy="554400"/>
          </a:xfrm>
          <a:prstGeom prst="rect">
            <a:avLst/>
          </a:prstGeom>
        </p:spPr>
        <p:txBody>
          <a:bodyPr spcFirstLastPara="1" wrap="square" lIns="91425" tIns="0" rIns="91425" bIns="91425" anchor="t" anchorCtr="0">
            <a:noAutofit/>
          </a:bodyPr>
          <a:lstStyle>
            <a:lvl1pPr lvl="0" algn="ctr" rtl="0">
              <a:spcBef>
                <a:spcPts val="0"/>
              </a:spcBef>
              <a:spcAft>
                <a:spcPts val="0"/>
              </a:spcAft>
              <a:buSzPts val="3700"/>
              <a:buNone/>
              <a:defRPr sz="2300"/>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570" name="Google Shape;570;p13"/>
          <p:cNvSpPr txBox="1">
            <a:spLocks noGrp="1"/>
          </p:cNvSpPr>
          <p:nvPr>
            <p:ph type="subTitle" idx="16"/>
          </p:nvPr>
        </p:nvSpPr>
        <p:spPr>
          <a:xfrm>
            <a:off x="5529413" y="2497425"/>
            <a:ext cx="2887200" cy="35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2100">
                <a:latin typeface="Aldrich"/>
                <a:ea typeface="Aldrich"/>
                <a:cs typeface="Aldrich"/>
                <a:sym typeface="Aldric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1" name="Google Shape;571;p13"/>
          <p:cNvSpPr txBox="1">
            <a:spLocks noGrp="1"/>
          </p:cNvSpPr>
          <p:nvPr>
            <p:ph type="subTitle" idx="17"/>
          </p:nvPr>
        </p:nvSpPr>
        <p:spPr>
          <a:xfrm>
            <a:off x="5529413" y="2852015"/>
            <a:ext cx="2349300" cy="5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2" name="Google Shape;572;p13"/>
          <p:cNvSpPr txBox="1">
            <a:spLocks noGrp="1"/>
          </p:cNvSpPr>
          <p:nvPr>
            <p:ph type="title" idx="18" hasCustomPrompt="1"/>
          </p:nvPr>
        </p:nvSpPr>
        <p:spPr>
          <a:xfrm>
            <a:off x="4707713" y="3559519"/>
            <a:ext cx="821700" cy="554400"/>
          </a:xfrm>
          <a:prstGeom prst="rect">
            <a:avLst/>
          </a:prstGeom>
        </p:spPr>
        <p:txBody>
          <a:bodyPr spcFirstLastPara="1" wrap="square" lIns="91425" tIns="0" rIns="91425" bIns="91425" anchor="t" anchorCtr="0">
            <a:noAutofit/>
          </a:bodyPr>
          <a:lstStyle>
            <a:lvl1pPr lvl="0" algn="ctr" rtl="0">
              <a:spcBef>
                <a:spcPts val="0"/>
              </a:spcBef>
              <a:spcAft>
                <a:spcPts val="0"/>
              </a:spcAft>
              <a:buSzPts val="3700"/>
              <a:buNone/>
              <a:defRPr sz="2300"/>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573" name="Google Shape;573;p13"/>
          <p:cNvSpPr txBox="1">
            <a:spLocks noGrp="1"/>
          </p:cNvSpPr>
          <p:nvPr>
            <p:ph type="subTitle" idx="19"/>
          </p:nvPr>
        </p:nvSpPr>
        <p:spPr>
          <a:xfrm>
            <a:off x="5529413" y="3511400"/>
            <a:ext cx="2887200" cy="35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2100">
                <a:latin typeface="Aldrich"/>
                <a:ea typeface="Aldrich"/>
                <a:cs typeface="Aldrich"/>
                <a:sym typeface="Aldric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4" name="Google Shape;574;p13"/>
          <p:cNvSpPr txBox="1">
            <a:spLocks noGrp="1"/>
          </p:cNvSpPr>
          <p:nvPr>
            <p:ph type="subTitle" idx="20"/>
          </p:nvPr>
        </p:nvSpPr>
        <p:spPr>
          <a:xfrm>
            <a:off x="5529413" y="3865990"/>
            <a:ext cx="2349300" cy="5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5" name="Google Shape;575;p13"/>
          <p:cNvSpPr txBox="1">
            <a:spLocks noGrp="1"/>
          </p:cNvSpPr>
          <p:nvPr>
            <p:ph type="title" idx="21"/>
          </p:nvPr>
        </p:nvSpPr>
        <p:spPr>
          <a:xfrm>
            <a:off x="715500" y="538250"/>
            <a:ext cx="7713000" cy="420600"/>
          </a:xfrm>
          <a:prstGeom prst="rect">
            <a:avLst/>
          </a:prstGeom>
        </p:spPr>
        <p:txBody>
          <a:bodyPr spcFirstLastPara="1" wrap="square" lIns="91425" tIns="0" rIns="91425" bIns="91425" anchor="t" anchorCtr="0">
            <a:noAutofit/>
          </a:bodyPr>
          <a:lstStyle>
            <a:lvl1pPr lvl="0" rtl="0">
              <a:spcBef>
                <a:spcPts val="0"/>
              </a:spcBef>
              <a:spcAft>
                <a:spcPts val="0"/>
              </a:spcAft>
              <a:buSzPts val="2900"/>
              <a:buNone/>
              <a:defRPr sz="2900">
                <a:latin typeface="Aldrich"/>
                <a:ea typeface="Aldrich"/>
                <a:cs typeface="Aldrich"/>
                <a:sym typeface="Aldrich"/>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grpSp>
        <p:nvGrpSpPr>
          <p:cNvPr id="576" name="Google Shape;576;p13"/>
          <p:cNvGrpSpPr/>
          <p:nvPr/>
        </p:nvGrpSpPr>
        <p:grpSpPr>
          <a:xfrm>
            <a:off x="8246982" y="3524700"/>
            <a:ext cx="1039906" cy="679800"/>
            <a:chOff x="4082325" y="3790650"/>
            <a:chExt cx="1039906" cy="679800"/>
          </a:xfrm>
        </p:grpSpPr>
        <p:sp>
          <p:nvSpPr>
            <p:cNvPr id="577" name="Google Shape;577;p13"/>
            <p:cNvSpPr/>
            <p:nvPr/>
          </p:nvSpPr>
          <p:spPr>
            <a:xfrm>
              <a:off x="4082325" y="3790650"/>
              <a:ext cx="1039906" cy="94858"/>
            </a:xfrm>
            <a:custGeom>
              <a:avLst/>
              <a:gdLst/>
              <a:ahLst/>
              <a:cxnLst/>
              <a:rect l="l" t="t" r="r" b="b"/>
              <a:pathLst>
                <a:path w="15874" h="1448" fill="none" extrusionOk="0">
                  <a:moveTo>
                    <a:pt x="1" y="1"/>
                  </a:moveTo>
                  <a:cubicBezTo>
                    <a:pt x="1138" y="1"/>
                    <a:pt x="1138" y="1447"/>
                    <a:pt x="2276" y="1447"/>
                  </a:cubicBezTo>
                  <a:cubicBezTo>
                    <a:pt x="3395" y="1447"/>
                    <a:pt x="3395" y="1"/>
                    <a:pt x="4533" y="1"/>
                  </a:cubicBezTo>
                  <a:cubicBezTo>
                    <a:pt x="5671" y="1"/>
                    <a:pt x="5671" y="1447"/>
                    <a:pt x="6809" y="1447"/>
                  </a:cubicBezTo>
                  <a:cubicBezTo>
                    <a:pt x="7947" y="1447"/>
                    <a:pt x="7947" y="1"/>
                    <a:pt x="9065" y="1"/>
                  </a:cubicBezTo>
                  <a:cubicBezTo>
                    <a:pt x="10203" y="1"/>
                    <a:pt x="10203" y="1447"/>
                    <a:pt x="11341" y="1447"/>
                  </a:cubicBezTo>
                  <a:cubicBezTo>
                    <a:pt x="12479" y="1447"/>
                    <a:pt x="12479" y="1"/>
                    <a:pt x="13617" y="1"/>
                  </a:cubicBezTo>
                  <a:cubicBezTo>
                    <a:pt x="14736" y="1"/>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3"/>
            <p:cNvSpPr/>
            <p:nvPr/>
          </p:nvSpPr>
          <p:spPr>
            <a:xfrm>
              <a:off x="4082325" y="4083808"/>
              <a:ext cx="1039906" cy="94793"/>
            </a:xfrm>
            <a:custGeom>
              <a:avLst/>
              <a:gdLst/>
              <a:ahLst/>
              <a:cxnLst/>
              <a:rect l="l" t="t" r="r" b="b"/>
              <a:pathLst>
                <a:path w="15874" h="1447" fill="none" extrusionOk="0">
                  <a:moveTo>
                    <a:pt x="1" y="0"/>
                  </a:moveTo>
                  <a:cubicBezTo>
                    <a:pt x="1138" y="0"/>
                    <a:pt x="1138" y="1447"/>
                    <a:pt x="2276" y="1447"/>
                  </a:cubicBezTo>
                  <a:cubicBezTo>
                    <a:pt x="3395" y="1447"/>
                    <a:pt x="3395" y="0"/>
                    <a:pt x="4533" y="0"/>
                  </a:cubicBezTo>
                  <a:cubicBezTo>
                    <a:pt x="5671" y="0"/>
                    <a:pt x="5671" y="1447"/>
                    <a:pt x="6809" y="1447"/>
                  </a:cubicBezTo>
                  <a:cubicBezTo>
                    <a:pt x="7947" y="1447"/>
                    <a:pt x="7947" y="0"/>
                    <a:pt x="9065" y="0"/>
                  </a:cubicBezTo>
                  <a:cubicBezTo>
                    <a:pt x="10203" y="0"/>
                    <a:pt x="10203" y="1447"/>
                    <a:pt x="11341" y="1447"/>
                  </a:cubicBezTo>
                  <a:cubicBezTo>
                    <a:pt x="12479" y="1447"/>
                    <a:pt x="12479" y="0"/>
                    <a:pt x="13617" y="0"/>
                  </a:cubicBezTo>
                  <a:cubicBezTo>
                    <a:pt x="14736" y="0"/>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3"/>
            <p:cNvSpPr/>
            <p:nvPr/>
          </p:nvSpPr>
          <p:spPr>
            <a:xfrm>
              <a:off x="4082325" y="4375657"/>
              <a:ext cx="1039906" cy="94793"/>
            </a:xfrm>
            <a:custGeom>
              <a:avLst/>
              <a:gdLst/>
              <a:ahLst/>
              <a:cxnLst/>
              <a:rect l="l" t="t" r="r" b="b"/>
              <a:pathLst>
                <a:path w="15874" h="1447" fill="none" extrusionOk="0">
                  <a:moveTo>
                    <a:pt x="1" y="0"/>
                  </a:moveTo>
                  <a:cubicBezTo>
                    <a:pt x="1138" y="0"/>
                    <a:pt x="1138" y="1447"/>
                    <a:pt x="2276" y="1447"/>
                  </a:cubicBezTo>
                  <a:cubicBezTo>
                    <a:pt x="3395" y="1447"/>
                    <a:pt x="3395" y="0"/>
                    <a:pt x="4533" y="0"/>
                  </a:cubicBezTo>
                  <a:cubicBezTo>
                    <a:pt x="5671" y="0"/>
                    <a:pt x="5671" y="1447"/>
                    <a:pt x="6809" y="1447"/>
                  </a:cubicBezTo>
                  <a:cubicBezTo>
                    <a:pt x="7947" y="1447"/>
                    <a:pt x="7947" y="0"/>
                    <a:pt x="9065" y="0"/>
                  </a:cubicBezTo>
                  <a:cubicBezTo>
                    <a:pt x="10203" y="0"/>
                    <a:pt x="10203" y="1447"/>
                    <a:pt x="11341" y="1447"/>
                  </a:cubicBezTo>
                  <a:cubicBezTo>
                    <a:pt x="12479" y="1447"/>
                    <a:pt x="12479" y="0"/>
                    <a:pt x="13617" y="0"/>
                  </a:cubicBezTo>
                  <a:cubicBezTo>
                    <a:pt x="14736" y="0"/>
                    <a:pt x="14736" y="1447"/>
                    <a:pt x="15873" y="1447"/>
                  </a:cubicBezTo>
                </a:path>
              </a:pathLst>
            </a:custGeom>
            <a:solidFill>
              <a:schemeClr val="lt1"/>
            </a:solidFill>
            <a:ln w="12050"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 name="Google Shape;580;p13"/>
          <p:cNvGrpSpPr/>
          <p:nvPr/>
        </p:nvGrpSpPr>
        <p:grpSpPr>
          <a:xfrm>
            <a:off x="-846423" y="4392645"/>
            <a:ext cx="1965289" cy="517060"/>
            <a:chOff x="3539975" y="3523525"/>
            <a:chExt cx="745925" cy="196250"/>
          </a:xfrm>
        </p:grpSpPr>
        <p:sp>
          <p:nvSpPr>
            <p:cNvPr id="581" name="Google Shape;581;p13"/>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3"/>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3"/>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3"/>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3"/>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3"/>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3"/>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3"/>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3"/>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3"/>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3"/>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3"/>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3"/>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3"/>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3"/>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3"/>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 name="Google Shape;597;p13"/>
          <p:cNvGrpSpPr/>
          <p:nvPr/>
        </p:nvGrpSpPr>
        <p:grpSpPr>
          <a:xfrm flipH="1">
            <a:off x="-3594575" y="-199329"/>
            <a:ext cx="4000413" cy="3175881"/>
            <a:chOff x="5207925" y="-1994879"/>
            <a:chExt cx="4000413" cy="3175881"/>
          </a:xfrm>
        </p:grpSpPr>
        <p:sp>
          <p:nvSpPr>
            <p:cNvPr id="598" name="Google Shape;598;p13"/>
            <p:cNvSpPr/>
            <p:nvPr/>
          </p:nvSpPr>
          <p:spPr>
            <a:xfrm>
              <a:off x="5256209" y="-1994879"/>
              <a:ext cx="3952129" cy="3103920"/>
            </a:xfrm>
            <a:custGeom>
              <a:avLst/>
              <a:gdLst/>
              <a:ahLst/>
              <a:cxnLst/>
              <a:rect l="l" t="t" r="r" b="b"/>
              <a:pathLst>
                <a:path w="89954" h="70648" fill="none" extrusionOk="0">
                  <a:moveTo>
                    <a:pt x="89954" y="70647"/>
                  </a:moveTo>
                  <a:lnTo>
                    <a:pt x="1" y="70647"/>
                  </a:ln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3"/>
            <p:cNvSpPr/>
            <p:nvPr/>
          </p:nvSpPr>
          <p:spPr>
            <a:xfrm>
              <a:off x="5579917" y="1036061"/>
              <a:ext cx="144942" cy="144942"/>
            </a:xfrm>
            <a:custGeom>
              <a:avLst/>
              <a:gdLst/>
              <a:ahLst/>
              <a:cxnLst/>
              <a:rect l="l" t="t" r="r" b="b"/>
              <a:pathLst>
                <a:path w="3299" h="3299" extrusionOk="0">
                  <a:moveTo>
                    <a:pt x="0" y="1"/>
                  </a:moveTo>
                  <a:lnTo>
                    <a:pt x="0" y="3299"/>
                  </a:lnTo>
                  <a:lnTo>
                    <a:pt x="3298" y="3299"/>
                  </a:lnTo>
                  <a:lnTo>
                    <a:pt x="32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3"/>
            <p:cNvSpPr/>
            <p:nvPr/>
          </p:nvSpPr>
          <p:spPr>
            <a:xfrm>
              <a:off x="5207925" y="352772"/>
              <a:ext cx="96613" cy="394888"/>
            </a:xfrm>
            <a:custGeom>
              <a:avLst/>
              <a:gdLst/>
              <a:ahLst/>
              <a:cxnLst/>
              <a:rect l="l" t="t" r="r" b="b"/>
              <a:pathLst>
                <a:path w="2199" h="8988" extrusionOk="0">
                  <a:moveTo>
                    <a:pt x="0" y="0"/>
                  </a:moveTo>
                  <a:lnTo>
                    <a:pt x="0" y="8988"/>
                  </a:lnTo>
                  <a:lnTo>
                    <a:pt x="2199" y="8988"/>
                  </a:lnTo>
                  <a:lnTo>
                    <a:pt x="219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1">
  <p:cSld name="CUSTOM_9">
    <p:spTree>
      <p:nvGrpSpPr>
        <p:cNvPr id="1" name="Shape 601"/>
        <p:cNvGrpSpPr/>
        <p:nvPr/>
      </p:nvGrpSpPr>
      <p:grpSpPr>
        <a:xfrm>
          <a:off x="0" y="0"/>
          <a:ext cx="0" cy="0"/>
          <a:chOff x="0" y="0"/>
          <a:chExt cx="0" cy="0"/>
        </a:xfrm>
      </p:grpSpPr>
      <p:pic>
        <p:nvPicPr>
          <p:cNvPr id="602" name="Google Shape;602;p14"/>
          <p:cNvPicPr preferRelativeResize="0"/>
          <p:nvPr/>
        </p:nvPicPr>
        <p:blipFill rotWithShape="1">
          <a:blip r:embed="rId2">
            <a:alphaModFix amt="60000"/>
          </a:blip>
          <a:srcRect t="10" b="10"/>
          <a:stretch/>
        </p:blipFill>
        <p:spPr>
          <a:xfrm rot="10800000" flipH="1">
            <a:off x="0" y="1"/>
            <a:ext cx="9144002" cy="5143499"/>
          </a:xfrm>
          <a:prstGeom prst="rect">
            <a:avLst/>
          </a:prstGeom>
          <a:noFill/>
          <a:ln>
            <a:noFill/>
          </a:ln>
        </p:spPr>
      </p:pic>
      <p:sp>
        <p:nvSpPr>
          <p:cNvPr id="603" name="Google Shape;603;p14"/>
          <p:cNvSpPr txBox="1">
            <a:spLocks noGrp="1"/>
          </p:cNvSpPr>
          <p:nvPr>
            <p:ph type="title" hasCustomPrompt="1"/>
          </p:nvPr>
        </p:nvSpPr>
        <p:spPr>
          <a:xfrm>
            <a:off x="2167181" y="1194994"/>
            <a:ext cx="821700" cy="554400"/>
          </a:xfrm>
          <a:prstGeom prst="rect">
            <a:avLst/>
          </a:prstGeom>
        </p:spPr>
        <p:txBody>
          <a:bodyPr spcFirstLastPara="1" wrap="square" lIns="91425" tIns="0" rIns="91425" bIns="91425" anchor="t" anchorCtr="0">
            <a:noAutofit/>
          </a:bodyPr>
          <a:lstStyle>
            <a:lvl1pPr lvl="0" algn="ctr" rtl="0">
              <a:spcBef>
                <a:spcPts val="0"/>
              </a:spcBef>
              <a:spcAft>
                <a:spcPts val="0"/>
              </a:spcAft>
              <a:buSzPts val="3700"/>
              <a:buNone/>
              <a:defRPr sz="2300"/>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604" name="Google Shape;604;p14"/>
          <p:cNvSpPr txBox="1">
            <a:spLocks noGrp="1"/>
          </p:cNvSpPr>
          <p:nvPr>
            <p:ph type="subTitle" idx="1"/>
          </p:nvPr>
        </p:nvSpPr>
        <p:spPr>
          <a:xfrm>
            <a:off x="2988905" y="1244525"/>
            <a:ext cx="3987900" cy="35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2100">
                <a:latin typeface="Aldrich"/>
                <a:ea typeface="Aldrich"/>
                <a:cs typeface="Aldrich"/>
                <a:sym typeface="Aldric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05" name="Google Shape;605;p14"/>
          <p:cNvSpPr txBox="1">
            <a:spLocks noGrp="1"/>
          </p:cNvSpPr>
          <p:nvPr>
            <p:ph type="subTitle" idx="2"/>
          </p:nvPr>
        </p:nvSpPr>
        <p:spPr>
          <a:xfrm>
            <a:off x="2988888" y="1599134"/>
            <a:ext cx="3987900" cy="25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06" name="Google Shape;606;p14"/>
          <p:cNvSpPr txBox="1">
            <a:spLocks noGrp="1"/>
          </p:cNvSpPr>
          <p:nvPr>
            <p:ph type="title" idx="3" hasCustomPrompt="1"/>
          </p:nvPr>
        </p:nvSpPr>
        <p:spPr>
          <a:xfrm>
            <a:off x="2167181" y="2089809"/>
            <a:ext cx="821700" cy="554400"/>
          </a:xfrm>
          <a:prstGeom prst="rect">
            <a:avLst/>
          </a:prstGeom>
        </p:spPr>
        <p:txBody>
          <a:bodyPr spcFirstLastPara="1" wrap="square" lIns="91425" tIns="0" rIns="91425" bIns="91425" anchor="t" anchorCtr="0">
            <a:noAutofit/>
          </a:bodyPr>
          <a:lstStyle>
            <a:lvl1pPr lvl="0" algn="ctr" rtl="0">
              <a:spcBef>
                <a:spcPts val="0"/>
              </a:spcBef>
              <a:spcAft>
                <a:spcPts val="0"/>
              </a:spcAft>
              <a:buSzPts val="3700"/>
              <a:buNone/>
              <a:defRPr sz="2300"/>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607" name="Google Shape;607;p14"/>
          <p:cNvSpPr txBox="1">
            <a:spLocks noGrp="1"/>
          </p:cNvSpPr>
          <p:nvPr>
            <p:ph type="subTitle" idx="4"/>
          </p:nvPr>
        </p:nvSpPr>
        <p:spPr>
          <a:xfrm>
            <a:off x="2988905" y="2139342"/>
            <a:ext cx="3987900" cy="35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2100">
                <a:latin typeface="Aldrich"/>
                <a:ea typeface="Aldrich"/>
                <a:cs typeface="Aldrich"/>
                <a:sym typeface="Aldric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08" name="Google Shape;608;p14"/>
          <p:cNvSpPr txBox="1">
            <a:spLocks noGrp="1"/>
          </p:cNvSpPr>
          <p:nvPr>
            <p:ph type="subTitle" idx="5"/>
          </p:nvPr>
        </p:nvSpPr>
        <p:spPr>
          <a:xfrm>
            <a:off x="2988888" y="2493949"/>
            <a:ext cx="3987900" cy="25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09" name="Google Shape;609;p14"/>
          <p:cNvSpPr txBox="1">
            <a:spLocks noGrp="1"/>
          </p:cNvSpPr>
          <p:nvPr>
            <p:ph type="title" idx="6" hasCustomPrompt="1"/>
          </p:nvPr>
        </p:nvSpPr>
        <p:spPr>
          <a:xfrm>
            <a:off x="2167181" y="2984623"/>
            <a:ext cx="821700" cy="554400"/>
          </a:xfrm>
          <a:prstGeom prst="rect">
            <a:avLst/>
          </a:prstGeom>
        </p:spPr>
        <p:txBody>
          <a:bodyPr spcFirstLastPara="1" wrap="square" lIns="91425" tIns="0" rIns="91425" bIns="91425" anchor="t" anchorCtr="0">
            <a:noAutofit/>
          </a:bodyPr>
          <a:lstStyle>
            <a:lvl1pPr lvl="0" algn="ctr" rtl="0">
              <a:spcBef>
                <a:spcPts val="0"/>
              </a:spcBef>
              <a:spcAft>
                <a:spcPts val="0"/>
              </a:spcAft>
              <a:buSzPts val="3700"/>
              <a:buNone/>
              <a:defRPr sz="2300"/>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610" name="Google Shape;610;p14"/>
          <p:cNvSpPr txBox="1">
            <a:spLocks noGrp="1"/>
          </p:cNvSpPr>
          <p:nvPr>
            <p:ph type="subTitle" idx="7"/>
          </p:nvPr>
        </p:nvSpPr>
        <p:spPr>
          <a:xfrm>
            <a:off x="2988905" y="3034159"/>
            <a:ext cx="3987900" cy="35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2100">
                <a:latin typeface="Aldrich"/>
                <a:ea typeface="Aldrich"/>
                <a:cs typeface="Aldrich"/>
                <a:sym typeface="Aldric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1" name="Google Shape;611;p14"/>
          <p:cNvSpPr txBox="1">
            <a:spLocks noGrp="1"/>
          </p:cNvSpPr>
          <p:nvPr>
            <p:ph type="subTitle" idx="8"/>
          </p:nvPr>
        </p:nvSpPr>
        <p:spPr>
          <a:xfrm>
            <a:off x="2988888" y="3388763"/>
            <a:ext cx="3987900" cy="25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2" name="Google Shape;612;p14"/>
          <p:cNvSpPr txBox="1">
            <a:spLocks noGrp="1"/>
          </p:cNvSpPr>
          <p:nvPr>
            <p:ph type="title" idx="9" hasCustomPrompt="1"/>
          </p:nvPr>
        </p:nvSpPr>
        <p:spPr>
          <a:xfrm>
            <a:off x="2167181" y="3879438"/>
            <a:ext cx="821700" cy="554400"/>
          </a:xfrm>
          <a:prstGeom prst="rect">
            <a:avLst/>
          </a:prstGeom>
        </p:spPr>
        <p:txBody>
          <a:bodyPr spcFirstLastPara="1" wrap="square" lIns="91425" tIns="0" rIns="91425" bIns="91425" anchor="t" anchorCtr="0">
            <a:noAutofit/>
          </a:bodyPr>
          <a:lstStyle>
            <a:lvl1pPr lvl="0" algn="ctr" rtl="0">
              <a:spcBef>
                <a:spcPts val="0"/>
              </a:spcBef>
              <a:spcAft>
                <a:spcPts val="0"/>
              </a:spcAft>
              <a:buSzPts val="3700"/>
              <a:buNone/>
              <a:defRPr sz="2300"/>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613" name="Google Shape;613;p14"/>
          <p:cNvSpPr txBox="1">
            <a:spLocks noGrp="1"/>
          </p:cNvSpPr>
          <p:nvPr>
            <p:ph type="subTitle" idx="13"/>
          </p:nvPr>
        </p:nvSpPr>
        <p:spPr>
          <a:xfrm>
            <a:off x="2988905" y="3928977"/>
            <a:ext cx="3987900" cy="354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2100">
                <a:latin typeface="Aldrich"/>
                <a:ea typeface="Aldrich"/>
                <a:cs typeface="Aldrich"/>
                <a:sym typeface="Aldrich"/>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4" name="Google Shape;614;p14"/>
          <p:cNvSpPr txBox="1">
            <a:spLocks noGrp="1"/>
          </p:cNvSpPr>
          <p:nvPr>
            <p:ph type="subTitle" idx="14"/>
          </p:nvPr>
        </p:nvSpPr>
        <p:spPr>
          <a:xfrm>
            <a:off x="2988888" y="4283578"/>
            <a:ext cx="3987900" cy="25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5" name="Google Shape;615;p14"/>
          <p:cNvSpPr txBox="1">
            <a:spLocks noGrp="1"/>
          </p:cNvSpPr>
          <p:nvPr>
            <p:ph type="title" idx="15" hasCustomPrompt="1"/>
          </p:nvPr>
        </p:nvSpPr>
        <p:spPr>
          <a:xfrm>
            <a:off x="4707713" y="2547299"/>
            <a:ext cx="821700" cy="554400"/>
          </a:xfrm>
          <a:prstGeom prst="rect">
            <a:avLst/>
          </a:prstGeom>
        </p:spPr>
        <p:txBody>
          <a:bodyPr spcFirstLastPara="1" wrap="square" lIns="91425" tIns="0" rIns="91425" bIns="91425" anchor="t" anchorCtr="0">
            <a:noAutofit/>
          </a:bodyPr>
          <a:lstStyle>
            <a:lvl1pPr lvl="0" algn="ctr" rtl="0">
              <a:spcBef>
                <a:spcPts val="0"/>
              </a:spcBef>
              <a:spcAft>
                <a:spcPts val="0"/>
              </a:spcAft>
              <a:buSzPts val="3700"/>
              <a:buNone/>
              <a:defRPr sz="2300">
                <a:solidFill>
                  <a:schemeClr val="dk1"/>
                </a:solidFill>
              </a:defRPr>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616" name="Google Shape;616;p14"/>
          <p:cNvSpPr txBox="1">
            <a:spLocks noGrp="1"/>
          </p:cNvSpPr>
          <p:nvPr>
            <p:ph type="title" idx="16" hasCustomPrompt="1"/>
          </p:nvPr>
        </p:nvSpPr>
        <p:spPr>
          <a:xfrm>
            <a:off x="4707713" y="3559519"/>
            <a:ext cx="821700" cy="554400"/>
          </a:xfrm>
          <a:prstGeom prst="rect">
            <a:avLst/>
          </a:prstGeom>
        </p:spPr>
        <p:txBody>
          <a:bodyPr spcFirstLastPara="1" wrap="square" lIns="91425" tIns="0" rIns="91425" bIns="91425" anchor="t" anchorCtr="0">
            <a:noAutofit/>
          </a:bodyPr>
          <a:lstStyle>
            <a:lvl1pPr lvl="0" algn="ctr" rtl="0">
              <a:spcBef>
                <a:spcPts val="0"/>
              </a:spcBef>
              <a:spcAft>
                <a:spcPts val="0"/>
              </a:spcAft>
              <a:buSzPts val="3700"/>
              <a:buNone/>
              <a:defRPr sz="2300">
                <a:solidFill>
                  <a:schemeClr val="dk1"/>
                </a:solidFill>
              </a:defRPr>
            </a:lvl1pPr>
            <a:lvl2pPr lvl="1" algn="ctr" rtl="0">
              <a:spcBef>
                <a:spcPts val="0"/>
              </a:spcBef>
              <a:spcAft>
                <a:spcPts val="0"/>
              </a:spcAft>
              <a:buSzPts val="3700"/>
              <a:buNone/>
              <a:defRPr sz="3700"/>
            </a:lvl2pPr>
            <a:lvl3pPr lvl="2" algn="ctr" rtl="0">
              <a:spcBef>
                <a:spcPts val="0"/>
              </a:spcBef>
              <a:spcAft>
                <a:spcPts val="0"/>
              </a:spcAft>
              <a:buSzPts val="3700"/>
              <a:buNone/>
              <a:defRPr sz="3700"/>
            </a:lvl3pPr>
            <a:lvl4pPr lvl="3" algn="ctr" rtl="0">
              <a:spcBef>
                <a:spcPts val="0"/>
              </a:spcBef>
              <a:spcAft>
                <a:spcPts val="0"/>
              </a:spcAft>
              <a:buSzPts val="3700"/>
              <a:buNone/>
              <a:defRPr sz="3700"/>
            </a:lvl4pPr>
            <a:lvl5pPr lvl="4" algn="ctr" rtl="0">
              <a:spcBef>
                <a:spcPts val="0"/>
              </a:spcBef>
              <a:spcAft>
                <a:spcPts val="0"/>
              </a:spcAft>
              <a:buSzPts val="3700"/>
              <a:buNone/>
              <a:defRPr sz="3700"/>
            </a:lvl5pPr>
            <a:lvl6pPr lvl="5" algn="ctr" rtl="0">
              <a:spcBef>
                <a:spcPts val="0"/>
              </a:spcBef>
              <a:spcAft>
                <a:spcPts val="0"/>
              </a:spcAft>
              <a:buSzPts val="3700"/>
              <a:buNone/>
              <a:defRPr sz="3700"/>
            </a:lvl6pPr>
            <a:lvl7pPr lvl="6" algn="ctr" rtl="0">
              <a:spcBef>
                <a:spcPts val="0"/>
              </a:spcBef>
              <a:spcAft>
                <a:spcPts val="0"/>
              </a:spcAft>
              <a:buSzPts val="3700"/>
              <a:buNone/>
              <a:defRPr sz="3700"/>
            </a:lvl7pPr>
            <a:lvl8pPr lvl="7" algn="ctr" rtl="0">
              <a:spcBef>
                <a:spcPts val="0"/>
              </a:spcBef>
              <a:spcAft>
                <a:spcPts val="0"/>
              </a:spcAft>
              <a:buSzPts val="3700"/>
              <a:buNone/>
              <a:defRPr sz="3700"/>
            </a:lvl8pPr>
            <a:lvl9pPr lvl="8" algn="ctr" rtl="0">
              <a:spcBef>
                <a:spcPts val="0"/>
              </a:spcBef>
              <a:spcAft>
                <a:spcPts val="0"/>
              </a:spcAft>
              <a:buSzPts val="3700"/>
              <a:buNone/>
              <a:defRPr sz="3700"/>
            </a:lvl9pPr>
          </a:lstStyle>
          <a:p>
            <a:r>
              <a:t>xx%</a:t>
            </a:r>
          </a:p>
        </p:txBody>
      </p:sp>
      <p:sp>
        <p:nvSpPr>
          <p:cNvPr id="617" name="Google Shape;617;p14"/>
          <p:cNvSpPr txBox="1">
            <a:spLocks noGrp="1"/>
          </p:cNvSpPr>
          <p:nvPr>
            <p:ph type="title" idx="17"/>
          </p:nvPr>
        </p:nvSpPr>
        <p:spPr>
          <a:xfrm>
            <a:off x="715500" y="538250"/>
            <a:ext cx="7713000" cy="420600"/>
          </a:xfrm>
          <a:prstGeom prst="rect">
            <a:avLst/>
          </a:prstGeom>
        </p:spPr>
        <p:txBody>
          <a:bodyPr spcFirstLastPara="1" wrap="square" lIns="91425" tIns="0" rIns="91425" bIns="91425" anchor="t" anchorCtr="0">
            <a:noAutofit/>
          </a:bodyPr>
          <a:lstStyle>
            <a:lvl1pPr lvl="0" rtl="0">
              <a:spcBef>
                <a:spcPts val="0"/>
              </a:spcBef>
              <a:spcAft>
                <a:spcPts val="0"/>
              </a:spcAft>
              <a:buSzPts val="2900"/>
              <a:buNone/>
              <a:defRPr sz="2900">
                <a:latin typeface="Aldrich"/>
                <a:ea typeface="Aldrich"/>
                <a:cs typeface="Aldrich"/>
                <a:sym typeface="Aldrich"/>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endParaRPr/>
          </a:p>
        </p:txBody>
      </p:sp>
      <p:grpSp>
        <p:nvGrpSpPr>
          <p:cNvPr id="618" name="Google Shape;618;p14"/>
          <p:cNvGrpSpPr/>
          <p:nvPr/>
        </p:nvGrpSpPr>
        <p:grpSpPr>
          <a:xfrm>
            <a:off x="391864" y="3545270"/>
            <a:ext cx="289170" cy="284718"/>
            <a:chOff x="426000" y="3302025"/>
            <a:chExt cx="220875" cy="217475"/>
          </a:xfrm>
        </p:grpSpPr>
        <p:sp>
          <p:nvSpPr>
            <p:cNvPr id="619" name="Google Shape;619;p14"/>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4"/>
            <p:cNvSpPr/>
            <p:nvPr/>
          </p:nvSpPr>
          <p:spPr>
            <a:xfrm>
              <a:off x="432750"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1" name="Google Shape;621;p14"/>
          <p:cNvGrpSpPr/>
          <p:nvPr/>
        </p:nvGrpSpPr>
        <p:grpSpPr>
          <a:xfrm>
            <a:off x="357713" y="1210575"/>
            <a:ext cx="357454" cy="956304"/>
            <a:chOff x="357713" y="600975"/>
            <a:chExt cx="357454" cy="956304"/>
          </a:xfrm>
        </p:grpSpPr>
        <p:sp>
          <p:nvSpPr>
            <p:cNvPr id="622" name="Google Shape;622;p14"/>
            <p:cNvSpPr/>
            <p:nvPr/>
          </p:nvSpPr>
          <p:spPr>
            <a:xfrm>
              <a:off x="357713" y="600975"/>
              <a:ext cx="357454" cy="357454"/>
            </a:xfrm>
            <a:custGeom>
              <a:avLst/>
              <a:gdLst/>
              <a:ahLst/>
              <a:cxnLst/>
              <a:rect l="l" t="t" r="r" b="b"/>
              <a:pathLst>
                <a:path w="6539" h="6539" fill="none" extrusionOk="0">
                  <a:moveTo>
                    <a:pt x="3954" y="367"/>
                  </a:moveTo>
                  <a:cubicBezTo>
                    <a:pt x="5535" y="752"/>
                    <a:pt x="6538" y="2353"/>
                    <a:pt x="6152" y="3954"/>
                  </a:cubicBezTo>
                  <a:cubicBezTo>
                    <a:pt x="5767" y="5535"/>
                    <a:pt x="4166" y="6538"/>
                    <a:pt x="2584" y="6153"/>
                  </a:cubicBezTo>
                  <a:cubicBezTo>
                    <a:pt x="984" y="5767"/>
                    <a:pt x="0" y="4166"/>
                    <a:pt x="366" y="2585"/>
                  </a:cubicBezTo>
                  <a:cubicBezTo>
                    <a:pt x="752" y="984"/>
                    <a:pt x="2353" y="0"/>
                    <a:pt x="3954" y="36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4"/>
            <p:cNvSpPr/>
            <p:nvPr/>
          </p:nvSpPr>
          <p:spPr>
            <a:xfrm>
              <a:off x="374549" y="819196"/>
              <a:ext cx="324765" cy="324765"/>
            </a:xfrm>
            <a:custGeom>
              <a:avLst/>
              <a:gdLst/>
              <a:ahLst/>
              <a:cxnLst/>
              <a:rect l="l" t="t" r="r" b="b"/>
              <a:pathLst>
                <a:path w="5941" h="5941" fill="none" extrusionOk="0">
                  <a:moveTo>
                    <a:pt x="5941" y="2971"/>
                  </a:moveTo>
                  <a:cubicBezTo>
                    <a:pt x="5941" y="4610"/>
                    <a:pt x="4610" y="5941"/>
                    <a:pt x="2971" y="5941"/>
                  </a:cubicBezTo>
                  <a:cubicBezTo>
                    <a:pt x="1331" y="5941"/>
                    <a:pt x="1" y="4610"/>
                    <a:pt x="1" y="2971"/>
                  </a:cubicBezTo>
                  <a:cubicBezTo>
                    <a:pt x="1" y="1331"/>
                    <a:pt x="1331" y="1"/>
                    <a:pt x="2971" y="1"/>
                  </a:cubicBezTo>
                  <a:cubicBezTo>
                    <a:pt x="4610" y="1"/>
                    <a:pt x="5941" y="1331"/>
                    <a:pt x="5941" y="2971"/>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4"/>
            <p:cNvSpPr/>
            <p:nvPr/>
          </p:nvSpPr>
          <p:spPr>
            <a:xfrm>
              <a:off x="357713" y="997347"/>
              <a:ext cx="357454" cy="357509"/>
            </a:xfrm>
            <a:custGeom>
              <a:avLst/>
              <a:gdLst/>
              <a:ahLst/>
              <a:cxnLst/>
              <a:rect l="l" t="t" r="r" b="b"/>
              <a:pathLst>
                <a:path w="6539" h="6540" fill="none" extrusionOk="0">
                  <a:moveTo>
                    <a:pt x="3954" y="387"/>
                  </a:moveTo>
                  <a:cubicBezTo>
                    <a:pt x="5555" y="753"/>
                    <a:pt x="6538" y="2354"/>
                    <a:pt x="6152" y="3955"/>
                  </a:cubicBezTo>
                  <a:cubicBezTo>
                    <a:pt x="5767" y="5556"/>
                    <a:pt x="4166" y="6539"/>
                    <a:pt x="2584" y="6153"/>
                  </a:cubicBezTo>
                  <a:cubicBezTo>
                    <a:pt x="984" y="5787"/>
                    <a:pt x="0" y="4186"/>
                    <a:pt x="366" y="2585"/>
                  </a:cubicBezTo>
                  <a:cubicBezTo>
                    <a:pt x="752" y="985"/>
                    <a:pt x="2353" y="1"/>
                    <a:pt x="3954" y="38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4"/>
            <p:cNvSpPr/>
            <p:nvPr/>
          </p:nvSpPr>
          <p:spPr>
            <a:xfrm>
              <a:off x="358751" y="1200863"/>
              <a:ext cx="356416" cy="356416"/>
            </a:xfrm>
            <a:custGeom>
              <a:avLst/>
              <a:gdLst/>
              <a:ahLst/>
              <a:cxnLst/>
              <a:rect l="l" t="t" r="r" b="b"/>
              <a:pathLst>
                <a:path w="6520" h="6520" fill="none" extrusionOk="0">
                  <a:moveTo>
                    <a:pt x="5362" y="1158"/>
                  </a:moveTo>
                  <a:cubicBezTo>
                    <a:pt x="6519" y="2315"/>
                    <a:pt x="6519" y="4186"/>
                    <a:pt x="5362" y="5343"/>
                  </a:cubicBezTo>
                  <a:cubicBezTo>
                    <a:pt x="4186" y="6519"/>
                    <a:pt x="2315" y="6519"/>
                    <a:pt x="1157" y="5343"/>
                  </a:cubicBezTo>
                  <a:cubicBezTo>
                    <a:pt x="0" y="4186"/>
                    <a:pt x="0" y="2315"/>
                    <a:pt x="1157" y="1158"/>
                  </a:cubicBezTo>
                  <a:cubicBezTo>
                    <a:pt x="2315" y="0"/>
                    <a:pt x="4186" y="0"/>
                    <a:pt x="5362" y="1158"/>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6" name="Google Shape;626;p14"/>
          <p:cNvGrpSpPr/>
          <p:nvPr/>
        </p:nvGrpSpPr>
        <p:grpSpPr>
          <a:xfrm>
            <a:off x="163264" y="4378897"/>
            <a:ext cx="2019176" cy="2019176"/>
            <a:chOff x="1943325" y="-220375"/>
            <a:chExt cx="1298672" cy="1298672"/>
          </a:xfrm>
        </p:grpSpPr>
        <p:sp>
          <p:nvSpPr>
            <p:cNvPr id="627" name="Google Shape;627;p14"/>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4"/>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4"/>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4"/>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4"/>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4"/>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4"/>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4"/>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4"/>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4"/>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4"/>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4"/>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4"/>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4"/>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4"/>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4"/>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4"/>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4"/>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4"/>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4"/>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4"/>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4"/>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4"/>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4"/>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4"/>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4"/>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4"/>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4"/>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4"/>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4"/>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4"/>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4"/>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4"/>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4"/>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4"/>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4"/>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4"/>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4"/>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4"/>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4"/>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 name="Google Shape;675;p14"/>
          <p:cNvGrpSpPr/>
          <p:nvPr/>
        </p:nvGrpSpPr>
        <p:grpSpPr>
          <a:xfrm>
            <a:off x="8354090" y="2590370"/>
            <a:ext cx="1965289" cy="517060"/>
            <a:chOff x="3539975" y="3523525"/>
            <a:chExt cx="745925" cy="196250"/>
          </a:xfrm>
        </p:grpSpPr>
        <p:sp>
          <p:nvSpPr>
            <p:cNvPr id="676" name="Google Shape;676;p14"/>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14"/>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4"/>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4"/>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4"/>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4"/>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4"/>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4"/>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4"/>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4"/>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4"/>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4"/>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4"/>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4"/>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4"/>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4"/>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2469"/>
        <p:cNvGrpSpPr/>
        <p:nvPr/>
      </p:nvGrpSpPr>
      <p:grpSpPr>
        <a:xfrm>
          <a:off x="0" y="0"/>
          <a:ext cx="0" cy="0"/>
          <a:chOff x="0" y="0"/>
          <a:chExt cx="0" cy="0"/>
        </a:xfrm>
      </p:grpSpPr>
      <p:pic>
        <p:nvPicPr>
          <p:cNvPr id="2470" name="Google Shape;2470;p51"/>
          <p:cNvPicPr preferRelativeResize="0"/>
          <p:nvPr/>
        </p:nvPicPr>
        <p:blipFill rotWithShape="1">
          <a:blip r:embed="rId2">
            <a:alphaModFix amt="60000"/>
          </a:blip>
          <a:srcRect t="10" b="10"/>
          <a:stretch/>
        </p:blipFill>
        <p:spPr>
          <a:xfrm>
            <a:off x="0" y="1"/>
            <a:ext cx="9144002" cy="5143499"/>
          </a:xfrm>
          <a:prstGeom prst="rect">
            <a:avLst/>
          </a:prstGeom>
          <a:noFill/>
          <a:ln>
            <a:noFill/>
          </a:ln>
        </p:spPr>
      </p:pic>
      <p:pic>
        <p:nvPicPr>
          <p:cNvPr id="2471" name="Google Shape;2471;p51"/>
          <p:cNvPicPr preferRelativeResize="0"/>
          <p:nvPr/>
        </p:nvPicPr>
        <p:blipFill rotWithShape="1">
          <a:blip r:embed="rId3">
            <a:alphaModFix amt="60000"/>
          </a:blip>
          <a:srcRect t="10" b="10"/>
          <a:stretch/>
        </p:blipFill>
        <p:spPr>
          <a:xfrm>
            <a:off x="0" y="1"/>
            <a:ext cx="9144002" cy="5143499"/>
          </a:xfrm>
          <a:prstGeom prst="rect">
            <a:avLst/>
          </a:prstGeom>
          <a:noFill/>
          <a:ln>
            <a:noFill/>
          </a:ln>
        </p:spPr>
      </p:pic>
      <p:pic>
        <p:nvPicPr>
          <p:cNvPr id="2472" name="Google Shape;2472;p51"/>
          <p:cNvPicPr preferRelativeResize="0"/>
          <p:nvPr/>
        </p:nvPicPr>
        <p:blipFill>
          <a:blip r:embed="rId4">
            <a:alphaModFix/>
          </a:blip>
          <a:stretch>
            <a:fillRect/>
          </a:stretch>
        </p:blipFill>
        <p:spPr>
          <a:xfrm>
            <a:off x="-467701" y="3755650"/>
            <a:ext cx="9353213" cy="2681250"/>
          </a:xfrm>
          <a:prstGeom prst="rect">
            <a:avLst/>
          </a:prstGeom>
          <a:noFill/>
          <a:ln>
            <a:noFill/>
          </a:ln>
        </p:spPr>
      </p:pic>
      <p:grpSp>
        <p:nvGrpSpPr>
          <p:cNvPr id="2473" name="Google Shape;2473;p51"/>
          <p:cNvGrpSpPr/>
          <p:nvPr/>
        </p:nvGrpSpPr>
        <p:grpSpPr>
          <a:xfrm>
            <a:off x="391864" y="3545270"/>
            <a:ext cx="289170" cy="284718"/>
            <a:chOff x="426000" y="3302025"/>
            <a:chExt cx="220875" cy="217475"/>
          </a:xfrm>
        </p:grpSpPr>
        <p:sp>
          <p:nvSpPr>
            <p:cNvPr id="2474" name="Google Shape;2474;p51"/>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51"/>
            <p:cNvSpPr/>
            <p:nvPr/>
          </p:nvSpPr>
          <p:spPr>
            <a:xfrm>
              <a:off x="432750"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6" name="Google Shape;2476;p51"/>
          <p:cNvGrpSpPr/>
          <p:nvPr/>
        </p:nvGrpSpPr>
        <p:grpSpPr>
          <a:xfrm>
            <a:off x="357713" y="905775"/>
            <a:ext cx="357454" cy="956304"/>
            <a:chOff x="357713" y="600975"/>
            <a:chExt cx="357454" cy="956304"/>
          </a:xfrm>
        </p:grpSpPr>
        <p:sp>
          <p:nvSpPr>
            <p:cNvPr id="2477" name="Google Shape;2477;p51"/>
            <p:cNvSpPr/>
            <p:nvPr/>
          </p:nvSpPr>
          <p:spPr>
            <a:xfrm>
              <a:off x="357713" y="600975"/>
              <a:ext cx="357454" cy="357454"/>
            </a:xfrm>
            <a:custGeom>
              <a:avLst/>
              <a:gdLst/>
              <a:ahLst/>
              <a:cxnLst/>
              <a:rect l="l" t="t" r="r" b="b"/>
              <a:pathLst>
                <a:path w="6539" h="6539" fill="none" extrusionOk="0">
                  <a:moveTo>
                    <a:pt x="3954" y="367"/>
                  </a:moveTo>
                  <a:cubicBezTo>
                    <a:pt x="5535" y="752"/>
                    <a:pt x="6538" y="2353"/>
                    <a:pt x="6152" y="3954"/>
                  </a:cubicBezTo>
                  <a:cubicBezTo>
                    <a:pt x="5767" y="5535"/>
                    <a:pt x="4166" y="6538"/>
                    <a:pt x="2584" y="6153"/>
                  </a:cubicBezTo>
                  <a:cubicBezTo>
                    <a:pt x="984" y="5767"/>
                    <a:pt x="0" y="4166"/>
                    <a:pt x="366" y="2585"/>
                  </a:cubicBezTo>
                  <a:cubicBezTo>
                    <a:pt x="752" y="984"/>
                    <a:pt x="2353" y="0"/>
                    <a:pt x="3954" y="36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51"/>
            <p:cNvSpPr/>
            <p:nvPr/>
          </p:nvSpPr>
          <p:spPr>
            <a:xfrm>
              <a:off x="374549" y="819196"/>
              <a:ext cx="324765" cy="324765"/>
            </a:xfrm>
            <a:custGeom>
              <a:avLst/>
              <a:gdLst/>
              <a:ahLst/>
              <a:cxnLst/>
              <a:rect l="l" t="t" r="r" b="b"/>
              <a:pathLst>
                <a:path w="5941" h="5941" fill="none" extrusionOk="0">
                  <a:moveTo>
                    <a:pt x="5941" y="2971"/>
                  </a:moveTo>
                  <a:cubicBezTo>
                    <a:pt x="5941" y="4610"/>
                    <a:pt x="4610" y="5941"/>
                    <a:pt x="2971" y="5941"/>
                  </a:cubicBezTo>
                  <a:cubicBezTo>
                    <a:pt x="1331" y="5941"/>
                    <a:pt x="1" y="4610"/>
                    <a:pt x="1" y="2971"/>
                  </a:cubicBezTo>
                  <a:cubicBezTo>
                    <a:pt x="1" y="1331"/>
                    <a:pt x="1331" y="1"/>
                    <a:pt x="2971" y="1"/>
                  </a:cubicBezTo>
                  <a:cubicBezTo>
                    <a:pt x="4610" y="1"/>
                    <a:pt x="5941" y="1331"/>
                    <a:pt x="5941" y="2971"/>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51"/>
            <p:cNvSpPr/>
            <p:nvPr/>
          </p:nvSpPr>
          <p:spPr>
            <a:xfrm>
              <a:off x="357713" y="997347"/>
              <a:ext cx="357454" cy="357509"/>
            </a:xfrm>
            <a:custGeom>
              <a:avLst/>
              <a:gdLst/>
              <a:ahLst/>
              <a:cxnLst/>
              <a:rect l="l" t="t" r="r" b="b"/>
              <a:pathLst>
                <a:path w="6539" h="6540" fill="none" extrusionOk="0">
                  <a:moveTo>
                    <a:pt x="3954" y="387"/>
                  </a:moveTo>
                  <a:cubicBezTo>
                    <a:pt x="5555" y="753"/>
                    <a:pt x="6538" y="2354"/>
                    <a:pt x="6152" y="3955"/>
                  </a:cubicBezTo>
                  <a:cubicBezTo>
                    <a:pt x="5767" y="5556"/>
                    <a:pt x="4166" y="6539"/>
                    <a:pt x="2584" y="6153"/>
                  </a:cubicBezTo>
                  <a:cubicBezTo>
                    <a:pt x="984" y="5787"/>
                    <a:pt x="0" y="4186"/>
                    <a:pt x="366" y="2585"/>
                  </a:cubicBezTo>
                  <a:cubicBezTo>
                    <a:pt x="752" y="985"/>
                    <a:pt x="2353" y="1"/>
                    <a:pt x="3954" y="38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51"/>
            <p:cNvSpPr/>
            <p:nvPr/>
          </p:nvSpPr>
          <p:spPr>
            <a:xfrm>
              <a:off x="358751" y="1200863"/>
              <a:ext cx="356416" cy="356416"/>
            </a:xfrm>
            <a:custGeom>
              <a:avLst/>
              <a:gdLst/>
              <a:ahLst/>
              <a:cxnLst/>
              <a:rect l="l" t="t" r="r" b="b"/>
              <a:pathLst>
                <a:path w="6520" h="6520" fill="none" extrusionOk="0">
                  <a:moveTo>
                    <a:pt x="5362" y="1158"/>
                  </a:moveTo>
                  <a:cubicBezTo>
                    <a:pt x="6519" y="2315"/>
                    <a:pt x="6519" y="4186"/>
                    <a:pt x="5362" y="5343"/>
                  </a:cubicBezTo>
                  <a:cubicBezTo>
                    <a:pt x="4186" y="6519"/>
                    <a:pt x="2315" y="6519"/>
                    <a:pt x="1157" y="5343"/>
                  </a:cubicBezTo>
                  <a:cubicBezTo>
                    <a:pt x="0" y="4186"/>
                    <a:pt x="0" y="2315"/>
                    <a:pt x="1157" y="1158"/>
                  </a:cubicBezTo>
                  <a:cubicBezTo>
                    <a:pt x="2315" y="0"/>
                    <a:pt x="4186" y="0"/>
                    <a:pt x="5362" y="1158"/>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1" name="Google Shape;2481;p51"/>
          <p:cNvGrpSpPr/>
          <p:nvPr/>
        </p:nvGrpSpPr>
        <p:grpSpPr>
          <a:xfrm>
            <a:off x="5258308" y="722871"/>
            <a:ext cx="793256" cy="182899"/>
            <a:chOff x="2685575" y="2835950"/>
            <a:chExt cx="433000" cy="99825"/>
          </a:xfrm>
        </p:grpSpPr>
        <p:sp>
          <p:nvSpPr>
            <p:cNvPr id="2482" name="Google Shape;2482;p51"/>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51"/>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51"/>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51"/>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6" name="Google Shape;2486;p51"/>
          <p:cNvGrpSpPr/>
          <p:nvPr/>
        </p:nvGrpSpPr>
        <p:grpSpPr>
          <a:xfrm>
            <a:off x="8366565" y="3429220"/>
            <a:ext cx="1965289" cy="517060"/>
            <a:chOff x="3539975" y="3523525"/>
            <a:chExt cx="745925" cy="196250"/>
          </a:xfrm>
        </p:grpSpPr>
        <p:sp>
          <p:nvSpPr>
            <p:cNvPr id="2487" name="Google Shape;2487;p51"/>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51"/>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51"/>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51"/>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51"/>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51"/>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51"/>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51"/>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51"/>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51"/>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51"/>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51"/>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51"/>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51"/>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51"/>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51"/>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503" name="Google Shape;2503;p51"/>
          <p:cNvPicPr preferRelativeResize="0"/>
          <p:nvPr/>
        </p:nvPicPr>
        <p:blipFill>
          <a:blip r:embed="rId5">
            <a:alphaModFix/>
          </a:blip>
          <a:stretch>
            <a:fillRect/>
          </a:stretch>
        </p:blipFill>
        <p:spPr>
          <a:xfrm>
            <a:off x="7164689" y="-802375"/>
            <a:ext cx="2527512" cy="26812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5_1">
    <p:spTree>
      <p:nvGrpSpPr>
        <p:cNvPr id="1" name="Shape 2504"/>
        <p:cNvGrpSpPr/>
        <p:nvPr/>
      </p:nvGrpSpPr>
      <p:grpSpPr>
        <a:xfrm>
          <a:off x="0" y="0"/>
          <a:ext cx="0" cy="0"/>
          <a:chOff x="0" y="0"/>
          <a:chExt cx="0" cy="0"/>
        </a:xfrm>
      </p:grpSpPr>
      <p:pic>
        <p:nvPicPr>
          <p:cNvPr id="2505" name="Google Shape;2505;p52"/>
          <p:cNvPicPr preferRelativeResize="0"/>
          <p:nvPr/>
        </p:nvPicPr>
        <p:blipFill rotWithShape="1">
          <a:blip r:embed="rId2">
            <a:alphaModFix amt="60000"/>
          </a:blip>
          <a:srcRect t="10" b="10"/>
          <a:stretch/>
        </p:blipFill>
        <p:spPr>
          <a:xfrm rot="10800000" flipH="1">
            <a:off x="0" y="1"/>
            <a:ext cx="9144002" cy="5143499"/>
          </a:xfrm>
          <a:prstGeom prst="rect">
            <a:avLst/>
          </a:prstGeom>
          <a:noFill/>
          <a:ln>
            <a:noFill/>
          </a:ln>
        </p:spPr>
      </p:pic>
      <p:pic>
        <p:nvPicPr>
          <p:cNvPr id="2506" name="Google Shape;2506;p52"/>
          <p:cNvPicPr preferRelativeResize="0"/>
          <p:nvPr/>
        </p:nvPicPr>
        <p:blipFill rotWithShape="1">
          <a:blip r:embed="rId3">
            <a:alphaModFix/>
          </a:blip>
          <a:srcRect l="229" r="239"/>
          <a:stretch/>
        </p:blipFill>
        <p:spPr>
          <a:xfrm flipH="1">
            <a:off x="-9" y="4016075"/>
            <a:ext cx="9353213" cy="2681250"/>
          </a:xfrm>
          <a:prstGeom prst="rect">
            <a:avLst/>
          </a:prstGeom>
          <a:noFill/>
          <a:ln>
            <a:noFill/>
          </a:ln>
        </p:spPr>
      </p:pic>
      <p:grpSp>
        <p:nvGrpSpPr>
          <p:cNvPr id="2507" name="Google Shape;2507;p52"/>
          <p:cNvGrpSpPr/>
          <p:nvPr/>
        </p:nvGrpSpPr>
        <p:grpSpPr>
          <a:xfrm flipH="1">
            <a:off x="8483181" y="4016070"/>
            <a:ext cx="283332" cy="284718"/>
            <a:chOff x="423709" y="3302025"/>
            <a:chExt cx="216416" cy="217475"/>
          </a:xfrm>
        </p:grpSpPr>
        <p:sp>
          <p:nvSpPr>
            <p:cNvPr id="2508" name="Google Shape;2508;p52"/>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52"/>
            <p:cNvSpPr/>
            <p:nvPr/>
          </p:nvSpPr>
          <p:spPr>
            <a:xfrm>
              <a:off x="423709"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0" name="Google Shape;2510;p52"/>
          <p:cNvGrpSpPr/>
          <p:nvPr/>
        </p:nvGrpSpPr>
        <p:grpSpPr>
          <a:xfrm flipH="1">
            <a:off x="8175513" y="140497"/>
            <a:ext cx="2019176" cy="2019176"/>
            <a:chOff x="1943325" y="-220375"/>
            <a:chExt cx="1298672" cy="1298672"/>
          </a:xfrm>
        </p:grpSpPr>
        <p:sp>
          <p:nvSpPr>
            <p:cNvPr id="2511" name="Google Shape;2511;p52"/>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52"/>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52"/>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52"/>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52"/>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52"/>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52"/>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52"/>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52"/>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52"/>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52"/>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52"/>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52"/>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52"/>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52"/>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52"/>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52"/>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52"/>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52"/>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52"/>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52"/>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52"/>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52"/>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52"/>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52"/>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52"/>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52"/>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52"/>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52"/>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52"/>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52"/>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52"/>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52"/>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52"/>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52"/>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52"/>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52"/>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52"/>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52"/>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52"/>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52"/>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52"/>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52"/>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52"/>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52"/>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52"/>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52"/>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52"/>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9" name="Google Shape;2559;p52"/>
          <p:cNvGrpSpPr/>
          <p:nvPr/>
        </p:nvGrpSpPr>
        <p:grpSpPr>
          <a:xfrm flipH="1">
            <a:off x="-467701" y="3429220"/>
            <a:ext cx="1965289" cy="517060"/>
            <a:chOff x="3539975" y="3523525"/>
            <a:chExt cx="745925" cy="196250"/>
          </a:xfrm>
        </p:grpSpPr>
        <p:sp>
          <p:nvSpPr>
            <p:cNvPr id="2560" name="Google Shape;2560;p52"/>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52"/>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52"/>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52"/>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52"/>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52"/>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52"/>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52"/>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52"/>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52"/>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52"/>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52"/>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52"/>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52"/>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52"/>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52"/>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576" name="Google Shape;2576;p52"/>
          <p:cNvPicPr preferRelativeResize="0"/>
          <p:nvPr/>
        </p:nvPicPr>
        <p:blipFill>
          <a:blip r:embed="rId4">
            <a:alphaModFix/>
          </a:blip>
          <a:stretch>
            <a:fillRect/>
          </a:stretch>
        </p:blipFill>
        <p:spPr>
          <a:xfrm flipH="1">
            <a:off x="-403499" y="-646075"/>
            <a:ext cx="2527512" cy="26812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85"/>
        <p:cNvGrpSpPr/>
        <p:nvPr/>
      </p:nvGrpSpPr>
      <p:grpSpPr>
        <a:xfrm>
          <a:off x="0" y="0"/>
          <a:ext cx="0" cy="0"/>
          <a:chOff x="0" y="0"/>
          <a:chExt cx="0" cy="0"/>
        </a:xfrm>
      </p:grpSpPr>
      <p:pic>
        <p:nvPicPr>
          <p:cNvPr id="386" name="Google Shape;386;p9"/>
          <p:cNvPicPr preferRelativeResize="0"/>
          <p:nvPr/>
        </p:nvPicPr>
        <p:blipFill rotWithShape="1">
          <a:blip r:embed="rId2">
            <a:alphaModFix amt="60000"/>
          </a:blip>
          <a:srcRect t="10" b="10"/>
          <a:stretch/>
        </p:blipFill>
        <p:spPr>
          <a:xfrm rot="10800000" flipH="1">
            <a:off x="0" y="1"/>
            <a:ext cx="9144002" cy="5143499"/>
          </a:xfrm>
          <a:prstGeom prst="rect">
            <a:avLst/>
          </a:prstGeom>
          <a:noFill/>
          <a:ln>
            <a:noFill/>
          </a:ln>
        </p:spPr>
      </p:pic>
      <p:sp>
        <p:nvSpPr>
          <p:cNvPr id="387" name="Google Shape;387;p9"/>
          <p:cNvSpPr txBox="1">
            <a:spLocks noGrp="1"/>
          </p:cNvSpPr>
          <p:nvPr>
            <p:ph type="title"/>
          </p:nvPr>
        </p:nvSpPr>
        <p:spPr>
          <a:xfrm>
            <a:off x="803348" y="1764416"/>
            <a:ext cx="4635900" cy="632100"/>
          </a:xfrm>
          <a:prstGeom prst="rect">
            <a:avLst/>
          </a:prstGeom>
        </p:spPr>
        <p:txBody>
          <a:bodyPr spcFirstLastPara="1" wrap="square" lIns="91425" tIns="0" rIns="91425" bIns="91425" anchor="t" anchorCtr="0">
            <a:noAutofit/>
          </a:bodyPr>
          <a:lstStyle>
            <a:lvl1pPr lvl="0">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388" name="Google Shape;388;p9"/>
          <p:cNvSpPr txBox="1">
            <a:spLocks noGrp="1"/>
          </p:cNvSpPr>
          <p:nvPr>
            <p:ph type="subTitle" idx="1"/>
          </p:nvPr>
        </p:nvSpPr>
        <p:spPr>
          <a:xfrm>
            <a:off x="803350" y="2483809"/>
            <a:ext cx="4635900" cy="1330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700">
                <a:solidFill>
                  <a:schemeClr val="lt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grpSp>
        <p:nvGrpSpPr>
          <p:cNvPr id="389" name="Google Shape;389;p9"/>
          <p:cNvGrpSpPr/>
          <p:nvPr/>
        </p:nvGrpSpPr>
        <p:grpSpPr>
          <a:xfrm>
            <a:off x="391864" y="4307270"/>
            <a:ext cx="289170" cy="284718"/>
            <a:chOff x="426000" y="3302025"/>
            <a:chExt cx="220875" cy="217475"/>
          </a:xfrm>
        </p:grpSpPr>
        <p:sp>
          <p:nvSpPr>
            <p:cNvPr id="390" name="Google Shape;390;p9"/>
            <p:cNvSpPr/>
            <p:nvPr/>
          </p:nvSpPr>
          <p:spPr>
            <a:xfrm>
              <a:off x="426000" y="3425950"/>
              <a:ext cx="214125" cy="93550"/>
            </a:xfrm>
            <a:custGeom>
              <a:avLst/>
              <a:gdLst/>
              <a:ahLst/>
              <a:cxnLst/>
              <a:rect l="l" t="t" r="r" b="b"/>
              <a:pathLst>
                <a:path w="8565" h="3742" extrusionOk="0">
                  <a:moveTo>
                    <a:pt x="1" y="0"/>
                  </a:moveTo>
                  <a:cubicBezTo>
                    <a:pt x="290" y="2141"/>
                    <a:pt x="2122" y="3742"/>
                    <a:pt x="4283" y="3742"/>
                  </a:cubicBezTo>
                  <a:cubicBezTo>
                    <a:pt x="6443" y="3742"/>
                    <a:pt x="8275" y="2141"/>
                    <a:pt x="85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a:off x="432750" y="3302025"/>
              <a:ext cx="214125" cy="94050"/>
            </a:xfrm>
            <a:custGeom>
              <a:avLst/>
              <a:gdLst/>
              <a:ahLst/>
              <a:cxnLst/>
              <a:rect l="l" t="t" r="r" b="b"/>
              <a:pathLst>
                <a:path w="8565" h="3762" extrusionOk="0">
                  <a:moveTo>
                    <a:pt x="1" y="0"/>
                  </a:moveTo>
                  <a:cubicBezTo>
                    <a:pt x="271" y="2141"/>
                    <a:pt x="2103" y="3761"/>
                    <a:pt x="4283" y="3761"/>
                  </a:cubicBezTo>
                  <a:cubicBezTo>
                    <a:pt x="6443" y="3761"/>
                    <a:pt x="8275" y="2141"/>
                    <a:pt x="85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 name="Google Shape;392;p9"/>
          <p:cNvGrpSpPr/>
          <p:nvPr/>
        </p:nvGrpSpPr>
        <p:grpSpPr>
          <a:xfrm>
            <a:off x="4724908" y="599573"/>
            <a:ext cx="793256" cy="182899"/>
            <a:chOff x="2685575" y="2835950"/>
            <a:chExt cx="433000" cy="99825"/>
          </a:xfrm>
        </p:grpSpPr>
        <p:sp>
          <p:nvSpPr>
            <p:cNvPr id="393" name="Google Shape;393;p9"/>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9"/>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9"/>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9"/>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 name="Google Shape;397;p9"/>
          <p:cNvGrpSpPr/>
          <p:nvPr/>
        </p:nvGrpSpPr>
        <p:grpSpPr>
          <a:xfrm>
            <a:off x="3091076" y="4281547"/>
            <a:ext cx="2019176" cy="2019176"/>
            <a:chOff x="1943325" y="-220375"/>
            <a:chExt cx="1298672" cy="1298672"/>
          </a:xfrm>
        </p:grpSpPr>
        <p:sp>
          <p:nvSpPr>
            <p:cNvPr id="398" name="Google Shape;398;p9"/>
            <p:cNvSpPr/>
            <p:nvPr/>
          </p:nvSpPr>
          <p:spPr>
            <a:xfrm>
              <a:off x="2582255" y="-220375"/>
              <a:ext cx="49" cy="460871"/>
            </a:xfrm>
            <a:custGeom>
              <a:avLst/>
              <a:gdLst/>
              <a:ahLst/>
              <a:cxnLst/>
              <a:rect l="l" t="t" r="r" b="b"/>
              <a:pathLst>
                <a:path w="1" h="9432" fill="none" extrusionOk="0">
                  <a:moveTo>
                    <a:pt x="0" y="0"/>
                  </a:moveTo>
                  <a:lnTo>
                    <a:pt x="0" y="943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9"/>
            <p:cNvSpPr/>
            <p:nvPr/>
          </p:nvSpPr>
          <p:spPr>
            <a:xfrm>
              <a:off x="2414509" y="-195895"/>
              <a:ext cx="118785" cy="444844"/>
            </a:xfrm>
            <a:custGeom>
              <a:avLst/>
              <a:gdLst/>
              <a:ahLst/>
              <a:cxnLst/>
              <a:rect l="l" t="t" r="r" b="b"/>
              <a:pathLst>
                <a:path w="2431" h="9104" fill="none" extrusionOk="0">
                  <a:moveTo>
                    <a:pt x="0" y="1"/>
                  </a:moveTo>
                  <a:lnTo>
                    <a:pt x="2431" y="9104"/>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9"/>
            <p:cNvSpPr/>
            <p:nvPr/>
          </p:nvSpPr>
          <p:spPr>
            <a:xfrm>
              <a:off x="2259027" y="-128024"/>
              <a:ext cx="229996" cy="398669"/>
            </a:xfrm>
            <a:custGeom>
              <a:avLst/>
              <a:gdLst/>
              <a:ahLst/>
              <a:cxnLst/>
              <a:rect l="l" t="t" r="r" b="b"/>
              <a:pathLst>
                <a:path w="4707" h="8159" fill="none" extrusionOk="0">
                  <a:moveTo>
                    <a:pt x="0" y="0"/>
                  </a:moveTo>
                  <a:lnTo>
                    <a:pt x="4706" y="8158"/>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9"/>
            <p:cNvSpPr/>
            <p:nvPr/>
          </p:nvSpPr>
          <p:spPr>
            <a:xfrm>
              <a:off x="2126121" y="-22481"/>
              <a:ext cx="325180" cy="325180"/>
            </a:xfrm>
            <a:custGeom>
              <a:avLst/>
              <a:gdLst/>
              <a:ahLst/>
              <a:cxnLst/>
              <a:rect l="l" t="t" r="r" b="b"/>
              <a:pathLst>
                <a:path w="6655" h="6655" fill="none" extrusionOk="0">
                  <a:moveTo>
                    <a:pt x="1" y="0"/>
                  </a:moveTo>
                  <a:lnTo>
                    <a:pt x="6655" y="6654"/>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9"/>
            <p:cNvSpPr/>
            <p:nvPr/>
          </p:nvSpPr>
          <p:spPr>
            <a:xfrm>
              <a:off x="2025317" y="113211"/>
              <a:ext cx="398669" cy="230924"/>
            </a:xfrm>
            <a:custGeom>
              <a:avLst/>
              <a:gdLst/>
              <a:ahLst/>
              <a:cxnLst/>
              <a:rect l="l" t="t" r="r" b="b"/>
              <a:pathLst>
                <a:path w="8159" h="4726" fill="none" extrusionOk="0">
                  <a:moveTo>
                    <a:pt x="0" y="1"/>
                  </a:moveTo>
                  <a:lnTo>
                    <a:pt x="8158" y="4726"/>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9"/>
            <p:cNvSpPr/>
            <p:nvPr/>
          </p:nvSpPr>
          <p:spPr>
            <a:xfrm>
              <a:off x="1963114" y="270598"/>
              <a:ext cx="444844" cy="119713"/>
            </a:xfrm>
            <a:custGeom>
              <a:avLst/>
              <a:gdLst/>
              <a:ahLst/>
              <a:cxnLst/>
              <a:rect l="l" t="t" r="r" b="b"/>
              <a:pathLst>
                <a:path w="9104" h="2450" fill="none" extrusionOk="0">
                  <a:moveTo>
                    <a:pt x="0" y="0"/>
                  </a:moveTo>
                  <a:lnTo>
                    <a:pt x="9103" y="245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9"/>
            <p:cNvSpPr/>
            <p:nvPr/>
          </p:nvSpPr>
          <p:spPr>
            <a:xfrm>
              <a:off x="1943325" y="439273"/>
              <a:ext cx="460871" cy="49"/>
            </a:xfrm>
            <a:custGeom>
              <a:avLst/>
              <a:gdLst/>
              <a:ahLst/>
              <a:cxnLst/>
              <a:rect l="l" t="t" r="r" b="b"/>
              <a:pathLst>
                <a:path w="9432" h="1" fill="none" extrusionOk="0">
                  <a:moveTo>
                    <a:pt x="0" y="1"/>
                  </a:moveTo>
                  <a:lnTo>
                    <a:pt x="943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9"/>
            <p:cNvSpPr/>
            <p:nvPr/>
          </p:nvSpPr>
          <p:spPr>
            <a:xfrm>
              <a:off x="1967805" y="487354"/>
              <a:ext cx="445821" cy="119713"/>
            </a:xfrm>
            <a:custGeom>
              <a:avLst/>
              <a:gdLst/>
              <a:ahLst/>
              <a:cxnLst/>
              <a:rect l="l" t="t" r="r" b="b"/>
              <a:pathLst>
                <a:path w="9124" h="2450" fill="none" extrusionOk="0">
                  <a:moveTo>
                    <a:pt x="1" y="2450"/>
                  </a:moveTo>
                  <a:lnTo>
                    <a:pt x="9123"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9"/>
            <p:cNvSpPr/>
            <p:nvPr/>
          </p:nvSpPr>
          <p:spPr>
            <a:xfrm>
              <a:off x="2035676" y="532600"/>
              <a:ext cx="398669" cy="229996"/>
            </a:xfrm>
            <a:custGeom>
              <a:avLst/>
              <a:gdLst/>
              <a:ahLst/>
              <a:cxnLst/>
              <a:rect l="l" t="t" r="r" b="b"/>
              <a:pathLst>
                <a:path w="8159" h="4707" fill="none" extrusionOk="0">
                  <a:moveTo>
                    <a:pt x="0" y="4706"/>
                  </a:moveTo>
                  <a:lnTo>
                    <a:pt x="8158"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9"/>
            <p:cNvSpPr/>
            <p:nvPr/>
          </p:nvSpPr>
          <p:spPr>
            <a:xfrm>
              <a:off x="2141219" y="569345"/>
              <a:ext cx="326108" cy="326108"/>
            </a:xfrm>
            <a:custGeom>
              <a:avLst/>
              <a:gdLst/>
              <a:ahLst/>
              <a:cxnLst/>
              <a:rect l="l" t="t" r="r" b="b"/>
              <a:pathLst>
                <a:path w="6674" h="6674" fill="none" extrusionOk="0">
                  <a:moveTo>
                    <a:pt x="0" y="6674"/>
                  </a:moveTo>
                  <a:lnTo>
                    <a:pt x="6673"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9"/>
            <p:cNvSpPr/>
            <p:nvPr/>
          </p:nvSpPr>
          <p:spPr>
            <a:xfrm>
              <a:off x="2277840" y="597588"/>
              <a:ext cx="229996" cy="398718"/>
            </a:xfrm>
            <a:custGeom>
              <a:avLst/>
              <a:gdLst/>
              <a:ahLst/>
              <a:cxnLst/>
              <a:rect l="l" t="t" r="r" b="b"/>
              <a:pathLst>
                <a:path w="4707" h="8160" fill="none" extrusionOk="0">
                  <a:moveTo>
                    <a:pt x="1" y="8159"/>
                  </a:moveTo>
                  <a:lnTo>
                    <a:pt x="4707"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9"/>
            <p:cNvSpPr/>
            <p:nvPr/>
          </p:nvSpPr>
          <p:spPr>
            <a:xfrm>
              <a:off x="2435227" y="613615"/>
              <a:ext cx="118785" cy="444893"/>
            </a:xfrm>
            <a:custGeom>
              <a:avLst/>
              <a:gdLst/>
              <a:ahLst/>
              <a:cxnLst/>
              <a:rect l="l" t="t" r="r" b="b"/>
              <a:pathLst>
                <a:path w="2431" h="9105" fill="none" extrusionOk="0">
                  <a:moveTo>
                    <a:pt x="1" y="9104"/>
                  </a:moveTo>
                  <a:lnTo>
                    <a:pt x="243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9"/>
            <p:cNvSpPr/>
            <p:nvPr/>
          </p:nvSpPr>
          <p:spPr>
            <a:xfrm>
              <a:off x="2602973" y="617377"/>
              <a:ext cx="49" cy="460920"/>
            </a:xfrm>
            <a:custGeom>
              <a:avLst/>
              <a:gdLst/>
              <a:ahLst/>
              <a:cxnLst/>
              <a:rect l="l" t="t" r="r" b="b"/>
              <a:pathLst>
                <a:path w="1" h="9433" fill="none" extrusionOk="0">
                  <a:moveTo>
                    <a:pt x="1" y="9432"/>
                  </a:moveTo>
                  <a:lnTo>
                    <a:pt x="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9"/>
            <p:cNvSpPr/>
            <p:nvPr/>
          </p:nvSpPr>
          <p:spPr>
            <a:xfrm>
              <a:off x="2651982" y="607996"/>
              <a:ext cx="118785" cy="444844"/>
            </a:xfrm>
            <a:custGeom>
              <a:avLst/>
              <a:gdLst/>
              <a:ahLst/>
              <a:cxnLst/>
              <a:rect l="l" t="t" r="r" b="b"/>
              <a:pathLst>
                <a:path w="2431" h="9104" fill="none" extrusionOk="0">
                  <a:moveTo>
                    <a:pt x="2431" y="9103"/>
                  </a:moveTo>
                  <a:lnTo>
                    <a:pt x="1"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9"/>
            <p:cNvSpPr/>
            <p:nvPr/>
          </p:nvSpPr>
          <p:spPr>
            <a:xfrm>
              <a:off x="2696300" y="586301"/>
              <a:ext cx="229996" cy="398669"/>
            </a:xfrm>
            <a:custGeom>
              <a:avLst/>
              <a:gdLst/>
              <a:ahLst/>
              <a:cxnLst/>
              <a:rect l="l" t="t" r="r" b="b"/>
              <a:pathLst>
                <a:path w="4707" h="8159" fill="none" extrusionOk="0">
                  <a:moveTo>
                    <a:pt x="4706" y="8159"/>
                  </a:moveTo>
                  <a:lnTo>
                    <a:pt x="0"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9"/>
            <p:cNvSpPr/>
            <p:nvPr/>
          </p:nvSpPr>
          <p:spPr>
            <a:xfrm>
              <a:off x="2733974" y="554247"/>
              <a:ext cx="325180" cy="326108"/>
            </a:xfrm>
            <a:custGeom>
              <a:avLst/>
              <a:gdLst/>
              <a:ahLst/>
              <a:cxnLst/>
              <a:rect l="l" t="t" r="r" b="b"/>
              <a:pathLst>
                <a:path w="6655" h="6674" fill="none" extrusionOk="0">
                  <a:moveTo>
                    <a:pt x="6655" y="6674"/>
                  </a:moveTo>
                  <a:lnTo>
                    <a:pt x="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9"/>
            <p:cNvSpPr/>
            <p:nvPr/>
          </p:nvSpPr>
          <p:spPr>
            <a:xfrm>
              <a:off x="2761288" y="513739"/>
              <a:ext cx="398718" cy="229996"/>
            </a:xfrm>
            <a:custGeom>
              <a:avLst/>
              <a:gdLst/>
              <a:ahLst/>
              <a:cxnLst/>
              <a:rect l="l" t="t" r="r" b="b"/>
              <a:pathLst>
                <a:path w="8160" h="4707" fill="none" extrusionOk="0">
                  <a:moveTo>
                    <a:pt x="8159" y="4706"/>
                  </a:moveTo>
                  <a:lnTo>
                    <a:pt x="1"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9"/>
            <p:cNvSpPr/>
            <p:nvPr/>
          </p:nvSpPr>
          <p:spPr>
            <a:xfrm>
              <a:off x="2777315" y="466636"/>
              <a:ext cx="444893" cy="119713"/>
            </a:xfrm>
            <a:custGeom>
              <a:avLst/>
              <a:gdLst/>
              <a:ahLst/>
              <a:cxnLst/>
              <a:rect l="l" t="t" r="r" b="b"/>
              <a:pathLst>
                <a:path w="9105" h="2450" fill="none" extrusionOk="0">
                  <a:moveTo>
                    <a:pt x="9104" y="2449"/>
                  </a:moveTo>
                  <a:lnTo>
                    <a:pt x="1"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9"/>
            <p:cNvSpPr/>
            <p:nvPr/>
          </p:nvSpPr>
          <p:spPr>
            <a:xfrm>
              <a:off x="2781077" y="417626"/>
              <a:ext cx="460920" cy="49"/>
            </a:xfrm>
            <a:custGeom>
              <a:avLst/>
              <a:gdLst/>
              <a:ahLst/>
              <a:cxnLst/>
              <a:rect l="l" t="t" r="r" b="b"/>
              <a:pathLst>
                <a:path w="9433" h="1" fill="none" extrusionOk="0">
                  <a:moveTo>
                    <a:pt x="9432" y="0"/>
                  </a:moveTo>
                  <a:lnTo>
                    <a:pt x="1"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9"/>
            <p:cNvSpPr/>
            <p:nvPr/>
          </p:nvSpPr>
          <p:spPr>
            <a:xfrm>
              <a:off x="2771696" y="249880"/>
              <a:ext cx="444844" cy="119713"/>
            </a:xfrm>
            <a:custGeom>
              <a:avLst/>
              <a:gdLst/>
              <a:ahLst/>
              <a:cxnLst/>
              <a:rect l="l" t="t" r="r" b="b"/>
              <a:pathLst>
                <a:path w="9104" h="2450" fill="none" extrusionOk="0">
                  <a:moveTo>
                    <a:pt x="9103" y="0"/>
                  </a:moveTo>
                  <a:lnTo>
                    <a:pt x="0" y="245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9"/>
            <p:cNvSpPr/>
            <p:nvPr/>
          </p:nvSpPr>
          <p:spPr>
            <a:xfrm>
              <a:off x="2750929" y="94350"/>
              <a:ext cx="398718" cy="230973"/>
            </a:xfrm>
            <a:custGeom>
              <a:avLst/>
              <a:gdLst/>
              <a:ahLst/>
              <a:cxnLst/>
              <a:rect l="l" t="t" r="r" b="b"/>
              <a:pathLst>
                <a:path w="8160" h="4727" fill="none" extrusionOk="0">
                  <a:moveTo>
                    <a:pt x="8159" y="1"/>
                  </a:moveTo>
                  <a:lnTo>
                    <a:pt x="1" y="4726"/>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9"/>
            <p:cNvSpPr/>
            <p:nvPr/>
          </p:nvSpPr>
          <p:spPr>
            <a:xfrm>
              <a:off x="2717947" y="-38508"/>
              <a:ext cx="326108" cy="326108"/>
            </a:xfrm>
            <a:custGeom>
              <a:avLst/>
              <a:gdLst/>
              <a:ahLst/>
              <a:cxnLst/>
              <a:rect l="l" t="t" r="r" b="b"/>
              <a:pathLst>
                <a:path w="6674" h="6674" fill="none" extrusionOk="0">
                  <a:moveTo>
                    <a:pt x="6674" y="0"/>
                  </a:moveTo>
                  <a:lnTo>
                    <a:pt x="1" y="6674"/>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9"/>
            <p:cNvSpPr/>
            <p:nvPr/>
          </p:nvSpPr>
          <p:spPr>
            <a:xfrm>
              <a:off x="2677439" y="-139361"/>
              <a:ext cx="229996" cy="399646"/>
            </a:xfrm>
            <a:custGeom>
              <a:avLst/>
              <a:gdLst/>
              <a:ahLst/>
              <a:cxnLst/>
              <a:rect l="l" t="t" r="r" b="b"/>
              <a:pathLst>
                <a:path w="4707" h="8179" fill="none" extrusionOk="0">
                  <a:moveTo>
                    <a:pt x="4706" y="1"/>
                  </a:moveTo>
                  <a:lnTo>
                    <a:pt x="0" y="8178"/>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9"/>
            <p:cNvSpPr/>
            <p:nvPr/>
          </p:nvSpPr>
          <p:spPr>
            <a:xfrm>
              <a:off x="2631264" y="-201563"/>
              <a:ext cx="118785" cy="444893"/>
            </a:xfrm>
            <a:custGeom>
              <a:avLst/>
              <a:gdLst/>
              <a:ahLst/>
              <a:cxnLst/>
              <a:rect l="l" t="t" r="r" b="b"/>
              <a:pathLst>
                <a:path w="2431" h="9105" fill="none" extrusionOk="0">
                  <a:moveTo>
                    <a:pt x="2430" y="1"/>
                  </a:moveTo>
                  <a:lnTo>
                    <a:pt x="0" y="9104"/>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9"/>
            <p:cNvSpPr/>
            <p:nvPr/>
          </p:nvSpPr>
          <p:spPr>
            <a:xfrm>
              <a:off x="2607712" y="-215684"/>
              <a:ext cx="62251" cy="456180"/>
            </a:xfrm>
            <a:custGeom>
              <a:avLst/>
              <a:gdLst/>
              <a:ahLst/>
              <a:cxnLst/>
              <a:rect l="l" t="t" r="r" b="b"/>
              <a:pathLst>
                <a:path w="1274" h="9336" fill="none" extrusionOk="0">
                  <a:moveTo>
                    <a:pt x="1273" y="0"/>
                  </a:moveTo>
                  <a:lnTo>
                    <a:pt x="0" y="9335"/>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9"/>
            <p:cNvSpPr/>
            <p:nvPr/>
          </p:nvSpPr>
          <p:spPr>
            <a:xfrm>
              <a:off x="2500263" y="-213779"/>
              <a:ext cx="57511" cy="457109"/>
            </a:xfrm>
            <a:custGeom>
              <a:avLst/>
              <a:gdLst/>
              <a:ahLst/>
              <a:cxnLst/>
              <a:rect l="l" t="t" r="r" b="b"/>
              <a:pathLst>
                <a:path w="1177" h="9355" fill="none" extrusionOk="0">
                  <a:moveTo>
                    <a:pt x="1" y="0"/>
                  </a:moveTo>
                  <a:lnTo>
                    <a:pt x="1177" y="9354"/>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9"/>
            <p:cNvSpPr/>
            <p:nvPr/>
          </p:nvSpPr>
          <p:spPr>
            <a:xfrm>
              <a:off x="2337208" y="-168580"/>
              <a:ext cx="174390" cy="426961"/>
            </a:xfrm>
            <a:custGeom>
              <a:avLst/>
              <a:gdLst/>
              <a:ahLst/>
              <a:cxnLst/>
              <a:rect l="l" t="t" r="r" b="b"/>
              <a:pathLst>
                <a:path w="3569" h="8738" fill="none" extrusionOk="0">
                  <a:moveTo>
                    <a:pt x="1" y="1"/>
                  </a:moveTo>
                  <a:lnTo>
                    <a:pt x="3569" y="8738"/>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9"/>
            <p:cNvSpPr/>
            <p:nvPr/>
          </p:nvSpPr>
          <p:spPr>
            <a:xfrm>
              <a:off x="2191157" y="-81849"/>
              <a:ext cx="279005" cy="366615"/>
            </a:xfrm>
            <a:custGeom>
              <a:avLst/>
              <a:gdLst/>
              <a:ahLst/>
              <a:cxnLst/>
              <a:rect l="l" t="t" r="r" b="b"/>
              <a:pathLst>
                <a:path w="5710" h="7503" fill="none" extrusionOk="0">
                  <a:moveTo>
                    <a:pt x="0" y="0"/>
                  </a:moveTo>
                  <a:lnTo>
                    <a:pt x="5709" y="7503"/>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9"/>
            <p:cNvSpPr/>
            <p:nvPr/>
          </p:nvSpPr>
          <p:spPr>
            <a:xfrm>
              <a:off x="2072420" y="39722"/>
              <a:ext cx="364759" cy="281790"/>
            </a:xfrm>
            <a:custGeom>
              <a:avLst/>
              <a:gdLst/>
              <a:ahLst/>
              <a:cxnLst/>
              <a:rect l="l" t="t" r="r" b="b"/>
              <a:pathLst>
                <a:path w="7465" h="5767" fill="none" extrusionOk="0">
                  <a:moveTo>
                    <a:pt x="0" y="0"/>
                  </a:moveTo>
                  <a:lnTo>
                    <a:pt x="7464" y="5767"/>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9"/>
            <p:cNvSpPr/>
            <p:nvPr/>
          </p:nvSpPr>
          <p:spPr>
            <a:xfrm>
              <a:off x="1989500" y="187678"/>
              <a:ext cx="425055" cy="178153"/>
            </a:xfrm>
            <a:custGeom>
              <a:avLst/>
              <a:gdLst/>
              <a:ahLst/>
              <a:cxnLst/>
              <a:rect l="l" t="t" r="r" b="b"/>
              <a:pathLst>
                <a:path w="8699" h="3646" fill="none" extrusionOk="0">
                  <a:moveTo>
                    <a:pt x="0" y="0"/>
                  </a:moveTo>
                  <a:lnTo>
                    <a:pt x="8698" y="3645"/>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9"/>
            <p:cNvSpPr/>
            <p:nvPr/>
          </p:nvSpPr>
          <p:spPr>
            <a:xfrm>
              <a:off x="1948016" y="351662"/>
              <a:ext cx="456180" cy="62251"/>
            </a:xfrm>
            <a:custGeom>
              <a:avLst/>
              <a:gdLst/>
              <a:ahLst/>
              <a:cxnLst/>
              <a:rect l="l" t="t" r="r" b="b"/>
              <a:pathLst>
                <a:path w="9336" h="1274" fill="none" extrusionOk="0">
                  <a:moveTo>
                    <a:pt x="1" y="0"/>
                  </a:moveTo>
                  <a:lnTo>
                    <a:pt x="9335" y="1273"/>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9"/>
            <p:cNvSpPr/>
            <p:nvPr/>
          </p:nvSpPr>
          <p:spPr>
            <a:xfrm>
              <a:off x="1949921" y="462824"/>
              <a:ext cx="457109" cy="58488"/>
            </a:xfrm>
            <a:custGeom>
              <a:avLst/>
              <a:gdLst/>
              <a:ahLst/>
              <a:cxnLst/>
              <a:rect l="l" t="t" r="r" b="b"/>
              <a:pathLst>
                <a:path w="9355" h="1197" fill="none" extrusionOk="0">
                  <a:moveTo>
                    <a:pt x="0" y="1197"/>
                  </a:moveTo>
                  <a:lnTo>
                    <a:pt x="9354"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9"/>
            <p:cNvSpPr/>
            <p:nvPr/>
          </p:nvSpPr>
          <p:spPr>
            <a:xfrm>
              <a:off x="1996097" y="509977"/>
              <a:ext cx="425983" cy="174390"/>
            </a:xfrm>
            <a:custGeom>
              <a:avLst/>
              <a:gdLst/>
              <a:ahLst/>
              <a:cxnLst/>
              <a:rect l="l" t="t" r="r" b="b"/>
              <a:pathLst>
                <a:path w="8718" h="3569" fill="none" extrusionOk="0">
                  <a:moveTo>
                    <a:pt x="0" y="3568"/>
                  </a:moveTo>
                  <a:lnTo>
                    <a:pt x="8718"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9"/>
            <p:cNvSpPr/>
            <p:nvPr/>
          </p:nvSpPr>
          <p:spPr>
            <a:xfrm>
              <a:off x="2081851" y="551413"/>
              <a:ext cx="367593" cy="279005"/>
            </a:xfrm>
            <a:custGeom>
              <a:avLst/>
              <a:gdLst/>
              <a:ahLst/>
              <a:cxnLst/>
              <a:rect l="l" t="t" r="r" b="b"/>
              <a:pathLst>
                <a:path w="7523" h="5710" fill="none" extrusionOk="0">
                  <a:moveTo>
                    <a:pt x="0" y="5710"/>
                  </a:moveTo>
                  <a:lnTo>
                    <a:pt x="7522"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9"/>
            <p:cNvSpPr/>
            <p:nvPr/>
          </p:nvSpPr>
          <p:spPr>
            <a:xfrm>
              <a:off x="2203422" y="584395"/>
              <a:ext cx="281790" cy="363830"/>
            </a:xfrm>
            <a:custGeom>
              <a:avLst/>
              <a:gdLst/>
              <a:ahLst/>
              <a:cxnLst/>
              <a:rect l="l" t="t" r="r" b="b"/>
              <a:pathLst>
                <a:path w="5767" h="7446" fill="none" extrusionOk="0">
                  <a:moveTo>
                    <a:pt x="0" y="7446"/>
                  </a:moveTo>
                  <a:lnTo>
                    <a:pt x="5767"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9"/>
            <p:cNvSpPr/>
            <p:nvPr/>
          </p:nvSpPr>
          <p:spPr>
            <a:xfrm>
              <a:off x="2351378" y="607018"/>
              <a:ext cx="178153" cy="424126"/>
            </a:xfrm>
            <a:custGeom>
              <a:avLst/>
              <a:gdLst/>
              <a:ahLst/>
              <a:cxnLst/>
              <a:rect l="l" t="t" r="r" b="b"/>
              <a:pathLst>
                <a:path w="3646" h="8680" fill="none" extrusionOk="0">
                  <a:moveTo>
                    <a:pt x="0" y="8680"/>
                  </a:moveTo>
                  <a:lnTo>
                    <a:pt x="3645"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9"/>
            <p:cNvSpPr/>
            <p:nvPr/>
          </p:nvSpPr>
          <p:spPr>
            <a:xfrm>
              <a:off x="2515362" y="616449"/>
              <a:ext cx="62251" cy="457109"/>
            </a:xfrm>
            <a:custGeom>
              <a:avLst/>
              <a:gdLst/>
              <a:ahLst/>
              <a:cxnLst/>
              <a:rect l="l" t="t" r="r" b="b"/>
              <a:pathLst>
                <a:path w="1274" h="9355" fill="none" extrusionOk="0">
                  <a:moveTo>
                    <a:pt x="0" y="9355"/>
                  </a:moveTo>
                  <a:lnTo>
                    <a:pt x="1273"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9"/>
            <p:cNvSpPr/>
            <p:nvPr/>
          </p:nvSpPr>
          <p:spPr>
            <a:xfrm>
              <a:off x="2626524" y="614592"/>
              <a:ext cx="58488" cy="457109"/>
            </a:xfrm>
            <a:custGeom>
              <a:avLst/>
              <a:gdLst/>
              <a:ahLst/>
              <a:cxnLst/>
              <a:rect l="l" t="t" r="r" b="b"/>
              <a:pathLst>
                <a:path w="1197" h="9355" fill="none" extrusionOk="0">
                  <a:moveTo>
                    <a:pt x="1197" y="9354"/>
                  </a:moveTo>
                  <a:lnTo>
                    <a:pt x="1"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9"/>
            <p:cNvSpPr/>
            <p:nvPr/>
          </p:nvSpPr>
          <p:spPr>
            <a:xfrm>
              <a:off x="2673677" y="598565"/>
              <a:ext cx="174390" cy="426961"/>
            </a:xfrm>
            <a:custGeom>
              <a:avLst/>
              <a:gdLst/>
              <a:ahLst/>
              <a:cxnLst/>
              <a:rect l="l" t="t" r="r" b="b"/>
              <a:pathLst>
                <a:path w="3569" h="8738" fill="none" extrusionOk="0">
                  <a:moveTo>
                    <a:pt x="3568" y="8737"/>
                  </a:moveTo>
                  <a:lnTo>
                    <a:pt x="0"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9"/>
            <p:cNvSpPr/>
            <p:nvPr/>
          </p:nvSpPr>
          <p:spPr>
            <a:xfrm>
              <a:off x="2715113" y="572179"/>
              <a:ext cx="279005" cy="366615"/>
            </a:xfrm>
            <a:custGeom>
              <a:avLst/>
              <a:gdLst/>
              <a:ahLst/>
              <a:cxnLst/>
              <a:rect l="l" t="t" r="r" b="b"/>
              <a:pathLst>
                <a:path w="5710" h="7503" fill="none" extrusionOk="0">
                  <a:moveTo>
                    <a:pt x="5710" y="7503"/>
                  </a:moveTo>
                  <a:lnTo>
                    <a:pt x="1" y="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9"/>
            <p:cNvSpPr/>
            <p:nvPr/>
          </p:nvSpPr>
          <p:spPr>
            <a:xfrm>
              <a:off x="2748095" y="535386"/>
              <a:ext cx="364759" cy="281839"/>
            </a:xfrm>
            <a:custGeom>
              <a:avLst/>
              <a:gdLst/>
              <a:ahLst/>
              <a:cxnLst/>
              <a:rect l="l" t="t" r="r" b="b"/>
              <a:pathLst>
                <a:path w="7465" h="5768" fill="none" extrusionOk="0">
                  <a:moveTo>
                    <a:pt x="7465" y="5768"/>
                  </a:moveTo>
                  <a:lnTo>
                    <a:pt x="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9"/>
            <p:cNvSpPr/>
            <p:nvPr/>
          </p:nvSpPr>
          <p:spPr>
            <a:xfrm>
              <a:off x="2770718" y="491116"/>
              <a:ext cx="424126" cy="179081"/>
            </a:xfrm>
            <a:custGeom>
              <a:avLst/>
              <a:gdLst/>
              <a:ahLst/>
              <a:cxnLst/>
              <a:rect l="l" t="t" r="r" b="b"/>
              <a:pathLst>
                <a:path w="8680" h="3665" fill="none" extrusionOk="0">
                  <a:moveTo>
                    <a:pt x="8680" y="3665"/>
                  </a:moveTo>
                  <a:lnTo>
                    <a:pt x="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9"/>
            <p:cNvSpPr/>
            <p:nvPr/>
          </p:nvSpPr>
          <p:spPr>
            <a:xfrm>
              <a:off x="2781077" y="443035"/>
              <a:ext cx="456180" cy="62251"/>
            </a:xfrm>
            <a:custGeom>
              <a:avLst/>
              <a:gdLst/>
              <a:ahLst/>
              <a:cxnLst/>
              <a:rect l="l" t="t" r="r" b="b"/>
              <a:pathLst>
                <a:path w="9336" h="1274" fill="none" extrusionOk="0">
                  <a:moveTo>
                    <a:pt x="9336" y="1274"/>
                  </a:moveTo>
                  <a:lnTo>
                    <a:pt x="1" y="1"/>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9"/>
            <p:cNvSpPr/>
            <p:nvPr/>
          </p:nvSpPr>
          <p:spPr>
            <a:xfrm>
              <a:off x="2778292" y="335635"/>
              <a:ext cx="457109" cy="58440"/>
            </a:xfrm>
            <a:custGeom>
              <a:avLst/>
              <a:gdLst/>
              <a:ahLst/>
              <a:cxnLst/>
              <a:rect l="l" t="t" r="r" b="b"/>
              <a:pathLst>
                <a:path w="9355" h="1196" fill="none" extrusionOk="0">
                  <a:moveTo>
                    <a:pt x="9354" y="0"/>
                  </a:moveTo>
                  <a:lnTo>
                    <a:pt x="0" y="1196"/>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9"/>
            <p:cNvSpPr/>
            <p:nvPr/>
          </p:nvSpPr>
          <p:spPr>
            <a:xfrm>
              <a:off x="2763194" y="172579"/>
              <a:ext cx="426032" cy="174390"/>
            </a:xfrm>
            <a:custGeom>
              <a:avLst/>
              <a:gdLst/>
              <a:ahLst/>
              <a:cxnLst/>
              <a:rect l="l" t="t" r="r" b="b"/>
              <a:pathLst>
                <a:path w="8719" h="3569" fill="none" extrusionOk="0">
                  <a:moveTo>
                    <a:pt x="8718" y="1"/>
                  </a:moveTo>
                  <a:lnTo>
                    <a:pt x="1" y="3569"/>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9"/>
            <p:cNvSpPr/>
            <p:nvPr/>
          </p:nvSpPr>
          <p:spPr>
            <a:xfrm>
              <a:off x="2735879" y="27457"/>
              <a:ext cx="366615" cy="278076"/>
            </a:xfrm>
            <a:custGeom>
              <a:avLst/>
              <a:gdLst/>
              <a:ahLst/>
              <a:cxnLst/>
              <a:rect l="l" t="t" r="r" b="b"/>
              <a:pathLst>
                <a:path w="7503" h="5691" fill="none" extrusionOk="0">
                  <a:moveTo>
                    <a:pt x="7503" y="0"/>
                  </a:moveTo>
                  <a:lnTo>
                    <a:pt x="0" y="5690"/>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9"/>
            <p:cNvSpPr/>
            <p:nvPr/>
          </p:nvSpPr>
          <p:spPr>
            <a:xfrm>
              <a:off x="2699135" y="-91280"/>
              <a:ext cx="282767" cy="364759"/>
            </a:xfrm>
            <a:custGeom>
              <a:avLst/>
              <a:gdLst/>
              <a:ahLst/>
              <a:cxnLst/>
              <a:rect l="l" t="t" r="r" b="b"/>
              <a:pathLst>
                <a:path w="5787" h="7465" fill="none" extrusionOk="0">
                  <a:moveTo>
                    <a:pt x="5786" y="0"/>
                  </a:moveTo>
                  <a:lnTo>
                    <a:pt x="0" y="7464"/>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9"/>
            <p:cNvSpPr/>
            <p:nvPr/>
          </p:nvSpPr>
          <p:spPr>
            <a:xfrm>
              <a:off x="2655744" y="-174200"/>
              <a:ext cx="178153" cy="425055"/>
            </a:xfrm>
            <a:custGeom>
              <a:avLst/>
              <a:gdLst/>
              <a:ahLst/>
              <a:cxnLst/>
              <a:rect l="l" t="t" r="r" b="b"/>
              <a:pathLst>
                <a:path w="3646" h="8699" fill="none" extrusionOk="0">
                  <a:moveTo>
                    <a:pt x="3646" y="0"/>
                  </a:moveTo>
                  <a:lnTo>
                    <a:pt x="1" y="8698"/>
                  </a:lnTo>
                </a:path>
              </a:pathLst>
            </a:custGeom>
            <a:solidFill>
              <a:schemeClr val="dk2"/>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 name="Google Shape;446;p9"/>
          <p:cNvGrpSpPr/>
          <p:nvPr/>
        </p:nvGrpSpPr>
        <p:grpSpPr>
          <a:xfrm>
            <a:off x="8513377" y="4281545"/>
            <a:ext cx="1965289" cy="517060"/>
            <a:chOff x="3539975" y="3523525"/>
            <a:chExt cx="745925" cy="196250"/>
          </a:xfrm>
        </p:grpSpPr>
        <p:sp>
          <p:nvSpPr>
            <p:cNvPr id="447" name="Google Shape;447;p9"/>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9"/>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9"/>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9"/>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9"/>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3" name="Google Shape;463;p9"/>
          <p:cNvSpPr/>
          <p:nvPr/>
        </p:nvSpPr>
        <p:spPr>
          <a:xfrm>
            <a:off x="1765763" y="533623"/>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8509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6">
  <p:cSld name="Title and text 6">
    <p:spTree>
      <p:nvGrpSpPr>
        <p:cNvPr id="1" name="Shape 1804"/>
        <p:cNvGrpSpPr/>
        <p:nvPr/>
      </p:nvGrpSpPr>
      <p:grpSpPr>
        <a:xfrm>
          <a:off x="0" y="0"/>
          <a:ext cx="0" cy="0"/>
          <a:chOff x="0" y="0"/>
          <a:chExt cx="0" cy="0"/>
        </a:xfrm>
      </p:grpSpPr>
      <p:pic>
        <p:nvPicPr>
          <p:cNvPr id="1805" name="Google Shape;1805;p38"/>
          <p:cNvPicPr preferRelativeResize="0"/>
          <p:nvPr/>
        </p:nvPicPr>
        <p:blipFill rotWithShape="1">
          <a:blip r:embed="rId2">
            <a:alphaModFix amt="60000"/>
          </a:blip>
          <a:srcRect t="10" b="10"/>
          <a:stretch/>
        </p:blipFill>
        <p:spPr>
          <a:xfrm flipH="1">
            <a:off x="0" y="1"/>
            <a:ext cx="9144002" cy="5143499"/>
          </a:xfrm>
          <a:prstGeom prst="rect">
            <a:avLst/>
          </a:prstGeom>
          <a:noFill/>
          <a:ln>
            <a:noFill/>
          </a:ln>
        </p:spPr>
      </p:pic>
      <p:sp>
        <p:nvSpPr>
          <p:cNvPr id="1806" name="Google Shape;1806;p38"/>
          <p:cNvSpPr txBox="1">
            <a:spLocks noGrp="1"/>
          </p:cNvSpPr>
          <p:nvPr>
            <p:ph type="title"/>
          </p:nvPr>
        </p:nvSpPr>
        <p:spPr>
          <a:xfrm>
            <a:off x="1825050" y="1909850"/>
            <a:ext cx="5493900" cy="420600"/>
          </a:xfrm>
          <a:prstGeom prst="rect">
            <a:avLst/>
          </a:prstGeom>
        </p:spPr>
        <p:txBody>
          <a:bodyPr spcFirstLastPara="1" wrap="square" lIns="91425" tIns="0" rIns="91425" bIns="91425" anchor="t" anchorCtr="0">
            <a:noAutofit/>
          </a:bodyPr>
          <a:lstStyle>
            <a:lvl1pPr lvl="0" algn="ctr" rtl="0">
              <a:spcBef>
                <a:spcPts val="0"/>
              </a:spcBef>
              <a:spcAft>
                <a:spcPts val="0"/>
              </a:spcAft>
              <a:buSzPts val="2900"/>
              <a:buNone/>
              <a:defRPr sz="2900">
                <a:latin typeface="Aldrich"/>
                <a:ea typeface="Aldrich"/>
                <a:cs typeface="Aldrich"/>
                <a:sym typeface="Aldrich"/>
              </a:defRPr>
            </a:lvl1pPr>
            <a:lvl2pPr lvl="1" rtl="0">
              <a:spcBef>
                <a:spcPts val="0"/>
              </a:spcBef>
              <a:spcAft>
                <a:spcPts val="0"/>
              </a:spcAft>
              <a:buSzPts val="2900"/>
              <a:buNone/>
              <a:defRPr/>
            </a:lvl2pPr>
            <a:lvl3pPr lvl="2" rtl="0">
              <a:spcBef>
                <a:spcPts val="0"/>
              </a:spcBef>
              <a:spcAft>
                <a:spcPts val="0"/>
              </a:spcAft>
              <a:buSzPts val="2900"/>
              <a:buNone/>
              <a:defRPr/>
            </a:lvl3pPr>
            <a:lvl4pPr lvl="3" rtl="0">
              <a:spcBef>
                <a:spcPts val="0"/>
              </a:spcBef>
              <a:spcAft>
                <a:spcPts val="0"/>
              </a:spcAft>
              <a:buSzPts val="2900"/>
              <a:buNone/>
              <a:defRPr/>
            </a:lvl4pPr>
            <a:lvl5pPr lvl="4" rtl="0">
              <a:spcBef>
                <a:spcPts val="0"/>
              </a:spcBef>
              <a:spcAft>
                <a:spcPts val="0"/>
              </a:spcAft>
              <a:buSzPts val="2900"/>
              <a:buNone/>
              <a:defRPr/>
            </a:lvl5pPr>
            <a:lvl6pPr lvl="5" rtl="0">
              <a:spcBef>
                <a:spcPts val="0"/>
              </a:spcBef>
              <a:spcAft>
                <a:spcPts val="0"/>
              </a:spcAft>
              <a:buSzPts val="2900"/>
              <a:buNone/>
              <a:defRPr/>
            </a:lvl6pPr>
            <a:lvl7pPr lvl="6" rtl="0">
              <a:spcBef>
                <a:spcPts val="0"/>
              </a:spcBef>
              <a:spcAft>
                <a:spcPts val="0"/>
              </a:spcAft>
              <a:buSzPts val="2900"/>
              <a:buNone/>
              <a:defRPr/>
            </a:lvl7pPr>
            <a:lvl8pPr lvl="7" rtl="0">
              <a:spcBef>
                <a:spcPts val="0"/>
              </a:spcBef>
              <a:spcAft>
                <a:spcPts val="0"/>
              </a:spcAft>
              <a:buSzPts val="2900"/>
              <a:buNone/>
              <a:defRPr/>
            </a:lvl8pPr>
            <a:lvl9pPr lvl="8" rtl="0">
              <a:spcBef>
                <a:spcPts val="0"/>
              </a:spcBef>
              <a:spcAft>
                <a:spcPts val="0"/>
              </a:spcAft>
              <a:buSzPts val="2900"/>
              <a:buNone/>
              <a:defRPr/>
            </a:lvl9pPr>
          </a:lstStyle>
          <a:p>
            <a:r>
              <a:rPr lang="en-US"/>
              <a:t>Click to edit Master title style</a:t>
            </a:r>
            <a:endParaRPr/>
          </a:p>
        </p:txBody>
      </p:sp>
      <p:grpSp>
        <p:nvGrpSpPr>
          <p:cNvPr id="1807" name="Google Shape;1807;p38"/>
          <p:cNvGrpSpPr/>
          <p:nvPr/>
        </p:nvGrpSpPr>
        <p:grpSpPr>
          <a:xfrm>
            <a:off x="1364665" y="639534"/>
            <a:ext cx="1965289" cy="517060"/>
            <a:chOff x="3539975" y="3523525"/>
            <a:chExt cx="745925" cy="196250"/>
          </a:xfrm>
        </p:grpSpPr>
        <p:sp>
          <p:nvSpPr>
            <p:cNvPr id="1808" name="Google Shape;1808;p38"/>
            <p:cNvSpPr/>
            <p:nvPr/>
          </p:nvSpPr>
          <p:spPr>
            <a:xfrm>
              <a:off x="353997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8"/>
            <p:cNvSpPr/>
            <p:nvPr/>
          </p:nvSpPr>
          <p:spPr>
            <a:xfrm>
              <a:off x="35766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8"/>
            <p:cNvSpPr/>
            <p:nvPr/>
          </p:nvSpPr>
          <p:spPr>
            <a:xfrm>
              <a:off x="36132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8"/>
            <p:cNvSpPr/>
            <p:nvPr/>
          </p:nvSpPr>
          <p:spPr>
            <a:xfrm>
              <a:off x="36499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8"/>
            <p:cNvSpPr/>
            <p:nvPr/>
          </p:nvSpPr>
          <p:spPr>
            <a:xfrm>
              <a:off x="3686550"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8"/>
            <p:cNvSpPr/>
            <p:nvPr/>
          </p:nvSpPr>
          <p:spPr>
            <a:xfrm>
              <a:off x="37232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8"/>
            <p:cNvSpPr/>
            <p:nvPr/>
          </p:nvSpPr>
          <p:spPr>
            <a:xfrm>
              <a:off x="3759825"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8"/>
            <p:cNvSpPr/>
            <p:nvPr/>
          </p:nvSpPr>
          <p:spPr>
            <a:xfrm>
              <a:off x="379647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8"/>
            <p:cNvSpPr/>
            <p:nvPr/>
          </p:nvSpPr>
          <p:spPr>
            <a:xfrm>
              <a:off x="3833125"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8"/>
            <p:cNvSpPr/>
            <p:nvPr/>
          </p:nvSpPr>
          <p:spPr>
            <a:xfrm>
              <a:off x="3869775" y="3523525"/>
              <a:ext cx="196275" cy="196250"/>
            </a:xfrm>
            <a:custGeom>
              <a:avLst/>
              <a:gdLst/>
              <a:ahLst/>
              <a:cxnLst/>
              <a:rect l="l" t="t" r="r" b="b"/>
              <a:pathLst>
                <a:path w="7851"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8"/>
            <p:cNvSpPr/>
            <p:nvPr/>
          </p:nvSpPr>
          <p:spPr>
            <a:xfrm>
              <a:off x="3906425"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8"/>
            <p:cNvSpPr/>
            <p:nvPr/>
          </p:nvSpPr>
          <p:spPr>
            <a:xfrm>
              <a:off x="3943050" y="3523525"/>
              <a:ext cx="196275" cy="196250"/>
            </a:xfrm>
            <a:custGeom>
              <a:avLst/>
              <a:gdLst/>
              <a:ahLst/>
              <a:cxnLst/>
              <a:rect l="l" t="t" r="r" b="b"/>
              <a:pathLst>
                <a:path w="7851" h="7850" fill="none" extrusionOk="0">
                  <a:moveTo>
                    <a:pt x="1" y="0"/>
                  </a:moveTo>
                  <a:lnTo>
                    <a:pt x="7851"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8"/>
            <p:cNvSpPr/>
            <p:nvPr/>
          </p:nvSpPr>
          <p:spPr>
            <a:xfrm>
              <a:off x="397970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8"/>
            <p:cNvSpPr/>
            <p:nvPr/>
          </p:nvSpPr>
          <p:spPr>
            <a:xfrm>
              <a:off x="4016350" y="3523525"/>
              <a:ext cx="196275" cy="196250"/>
            </a:xfrm>
            <a:custGeom>
              <a:avLst/>
              <a:gdLst/>
              <a:ahLst/>
              <a:cxnLst/>
              <a:rect l="l" t="t" r="r" b="b"/>
              <a:pathLst>
                <a:path w="7851" h="7850" fill="none" extrusionOk="0">
                  <a:moveTo>
                    <a:pt x="1"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8"/>
            <p:cNvSpPr/>
            <p:nvPr/>
          </p:nvSpPr>
          <p:spPr>
            <a:xfrm>
              <a:off x="405300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8"/>
            <p:cNvSpPr/>
            <p:nvPr/>
          </p:nvSpPr>
          <p:spPr>
            <a:xfrm>
              <a:off x="4089650" y="3523525"/>
              <a:ext cx="196250" cy="196250"/>
            </a:xfrm>
            <a:custGeom>
              <a:avLst/>
              <a:gdLst/>
              <a:ahLst/>
              <a:cxnLst/>
              <a:rect l="l" t="t" r="r" b="b"/>
              <a:pathLst>
                <a:path w="7850" h="7850" fill="none" extrusionOk="0">
                  <a:moveTo>
                    <a:pt x="0" y="0"/>
                  </a:moveTo>
                  <a:lnTo>
                    <a:pt x="7850" y="785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24" name="Google Shape;1824;p38"/>
          <p:cNvPicPr preferRelativeResize="0"/>
          <p:nvPr/>
        </p:nvPicPr>
        <p:blipFill>
          <a:blip r:embed="rId3">
            <a:alphaModFix/>
          </a:blip>
          <a:stretch>
            <a:fillRect/>
          </a:stretch>
        </p:blipFill>
        <p:spPr>
          <a:xfrm rot="10800000">
            <a:off x="-201200" y="3499563"/>
            <a:ext cx="7194375" cy="2062375"/>
          </a:xfrm>
          <a:prstGeom prst="rect">
            <a:avLst/>
          </a:prstGeom>
          <a:noFill/>
          <a:ln>
            <a:noFill/>
          </a:ln>
        </p:spPr>
      </p:pic>
      <p:grpSp>
        <p:nvGrpSpPr>
          <p:cNvPr id="1825" name="Google Shape;1825;p38"/>
          <p:cNvGrpSpPr/>
          <p:nvPr/>
        </p:nvGrpSpPr>
        <p:grpSpPr>
          <a:xfrm>
            <a:off x="8063763" y="2173397"/>
            <a:ext cx="357454" cy="956304"/>
            <a:chOff x="357713" y="600975"/>
            <a:chExt cx="357454" cy="956304"/>
          </a:xfrm>
        </p:grpSpPr>
        <p:sp>
          <p:nvSpPr>
            <p:cNvPr id="1826" name="Google Shape;1826;p38"/>
            <p:cNvSpPr/>
            <p:nvPr/>
          </p:nvSpPr>
          <p:spPr>
            <a:xfrm>
              <a:off x="357713" y="600975"/>
              <a:ext cx="357454" cy="357454"/>
            </a:xfrm>
            <a:custGeom>
              <a:avLst/>
              <a:gdLst/>
              <a:ahLst/>
              <a:cxnLst/>
              <a:rect l="l" t="t" r="r" b="b"/>
              <a:pathLst>
                <a:path w="6539" h="6539" fill="none" extrusionOk="0">
                  <a:moveTo>
                    <a:pt x="3954" y="367"/>
                  </a:moveTo>
                  <a:cubicBezTo>
                    <a:pt x="5535" y="752"/>
                    <a:pt x="6538" y="2353"/>
                    <a:pt x="6152" y="3954"/>
                  </a:cubicBezTo>
                  <a:cubicBezTo>
                    <a:pt x="5767" y="5535"/>
                    <a:pt x="4166" y="6538"/>
                    <a:pt x="2584" y="6153"/>
                  </a:cubicBezTo>
                  <a:cubicBezTo>
                    <a:pt x="984" y="5767"/>
                    <a:pt x="0" y="4166"/>
                    <a:pt x="366" y="2585"/>
                  </a:cubicBezTo>
                  <a:cubicBezTo>
                    <a:pt x="752" y="984"/>
                    <a:pt x="2353" y="0"/>
                    <a:pt x="3954" y="36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8"/>
            <p:cNvSpPr/>
            <p:nvPr/>
          </p:nvSpPr>
          <p:spPr>
            <a:xfrm>
              <a:off x="374549" y="819196"/>
              <a:ext cx="324765" cy="324765"/>
            </a:xfrm>
            <a:custGeom>
              <a:avLst/>
              <a:gdLst/>
              <a:ahLst/>
              <a:cxnLst/>
              <a:rect l="l" t="t" r="r" b="b"/>
              <a:pathLst>
                <a:path w="5941" h="5941" fill="none" extrusionOk="0">
                  <a:moveTo>
                    <a:pt x="5941" y="2971"/>
                  </a:moveTo>
                  <a:cubicBezTo>
                    <a:pt x="5941" y="4610"/>
                    <a:pt x="4610" y="5941"/>
                    <a:pt x="2971" y="5941"/>
                  </a:cubicBezTo>
                  <a:cubicBezTo>
                    <a:pt x="1331" y="5941"/>
                    <a:pt x="1" y="4610"/>
                    <a:pt x="1" y="2971"/>
                  </a:cubicBezTo>
                  <a:cubicBezTo>
                    <a:pt x="1" y="1331"/>
                    <a:pt x="1331" y="1"/>
                    <a:pt x="2971" y="1"/>
                  </a:cubicBezTo>
                  <a:cubicBezTo>
                    <a:pt x="4610" y="1"/>
                    <a:pt x="5941" y="1331"/>
                    <a:pt x="5941" y="2971"/>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8"/>
            <p:cNvSpPr/>
            <p:nvPr/>
          </p:nvSpPr>
          <p:spPr>
            <a:xfrm>
              <a:off x="357713" y="997347"/>
              <a:ext cx="357454" cy="357509"/>
            </a:xfrm>
            <a:custGeom>
              <a:avLst/>
              <a:gdLst/>
              <a:ahLst/>
              <a:cxnLst/>
              <a:rect l="l" t="t" r="r" b="b"/>
              <a:pathLst>
                <a:path w="6539" h="6540" fill="none" extrusionOk="0">
                  <a:moveTo>
                    <a:pt x="3954" y="387"/>
                  </a:moveTo>
                  <a:cubicBezTo>
                    <a:pt x="5555" y="753"/>
                    <a:pt x="6538" y="2354"/>
                    <a:pt x="6152" y="3955"/>
                  </a:cubicBezTo>
                  <a:cubicBezTo>
                    <a:pt x="5767" y="5556"/>
                    <a:pt x="4166" y="6539"/>
                    <a:pt x="2584" y="6153"/>
                  </a:cubicBezTo>
                  <a:cubicBezTo>
                    <a:pt x="984" y="5787"/>
                    <a:pt x="0" y="4186"/>
                    <a:pt x="366" y="2585"/>
                  </a:cubicBezTo>
                  <a:cubicBezTo>
                    <a:pt x="752" y="985"/>
                    <a:pt x="2353" y="1"/>
                    <a:pt x="3954" y="387"/>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8"/>
            <p:cNvSpPr/>
            <p:nvPr/>
          </p:nvSpPr>
          <p:spPr>
            <a:xfrm>
              <a:off x="358751" y="1200863"/>
              <a:ext cx="356416" cy="356416"/>
            </a:xfrm>
            <a:custGeom>
              <a:avLst/>
              <a:gdLst/>
              <a:ahLst/>
              <a:cxnLst/>
              <a:rect l="l" t="t" r="r" b="b"/>
              <a:pathLst>
                <a:path w="6520" h="6520" fill="none" extrusionOk="0">
                  <a:moveTo>
                    <a:pt x="5362" y="1158"/>
                  </a:moveTo>
                  <a:cubicBezTo>
                    <a:pt x="6519" y="2315"/>
                    <a:pt x="6519" y="4186"/>
                    <a:pt x="5362" y="5343"/>
                  </a:cubicBezTo>
                  <a:cubicBezTo>
                    <a:pt x="4186" y="6519"/>
                    <a:pt x="2315" y="6519"/>
                    <a:pt x="1157" y="5343"/>
                  </a:cubicBezTo>
                  <a:cubicBezTo>
                    <a:pt x="0" y="4186"/>
                    <a:pt x="0" y="2315"/>
                    <a:pt x="1157" y="1158"/>
                  </a:cubicBezTo>
                  <a:cubicBezTo>
                    <a:pt x="2315" y="0"/>
                    <a:pt x="4186" y="0"/>
                    <a:pt x="5362" y="1158"/>
                  </a:cubicBezTo>
                  <a:close/>
                </a:path>
              </a:pathLst>
            </a:custGeom>
            <a:no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0" name="Google Shape;1830;p38"/>
          <p:cNvSpPr/>
          <p:nvPr/>
        </p:nvSpPr>
        <p:spPr>
          <a:xfrm flipH="1">
            <a:off x="4294245" y="620913"/>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1" name="Google Shape;1831;p38"/>
          <p:cNvGrpSpPr/>
          <p:nvPr/>
        </p:nvGrpSpPr>
        <p:grpSpPr>
          <a:xfrm rot="-5400000">
            <a:off x="-2779003" y="-1736891"/>
            <a:ext cx="3952129" cy="3175881"/>
            <a:chOff x="5256209" y="-1994879"/>
            <a:chExt cx="3952129" cy="3175881"/>
          </a:xfrm>
        </p:grpSpPr>
        <p:sp>
          <p:nvSpPr>
            <p:cNvPr id="1832" name="Google Shape;1832;p38"/>
            <p:cNvSpPr/>
            <p:nvPr/>
          </p:nvSpPr>
          <p:spPr>
            <a:xfrm>
              <a:off x="5256209" y="-1994879"/>
              <a:ext cx="3952129" cy="3103920"/>
            </a:xfrm>
            <a:custGeom>
              <a:avLst/>
              <a:gdLst/>
              <a:ahLst/>
              <a:cxnLst/>
              <a:rect l="l" t="t" r="r" b="b"/>
              <a:pathLst>
                <a:path w="89954" h="70648" fill="none" extrusionOk="0">
                  <a:moveTo>
                    <a:pt x="89954" y="70647"/>
                  </a:moveTo>
                  <a:lnTo>
                    <a:pt x="1" y="70647"/>
                  </a:ln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8"/>
            <p:cNvSpPr/>
            <p:nvPr/>
          </p:nvSpPr>
          <p:spPr>
            <a:xfrm>
              <a:off x="5579917" y="1036061"/>
              <a:ext cx="144942" cy="144942"/>
            </a:xfrm>
            <a:custGeom>
              <a:avLst/>
              <a:gdLst/>
              <a:ahLst/>
              <a:cxnLst/>
              <a:rect l="l" t="t" r="r" b="b"/>
              <a:pathLst>
                <a:path w="3299" h="3299" extrusionOk="0">
                  <a:moveTo>
                    <a:pt x="0" y="1"/>
                  </a:moveTo>
                  <a:lnTo>
                    <a:pt x="0" y="3299"/>
                  </a:lnTo>
                  <a:lnTo>
                    <a:pt x="3298" y="3299"/>
                  </a:lnTo>
                  <a:lnTo>
                    <a:pt x="32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4" name="Google Shape;1834;p38"/>
          <p:cNvSpPr txBox="1">
            <a:spLocks noGrp="1"/>
          </p:cNvSpPr>
          <p:nvPr>
            <p:ph type="subTitle" idx="1"/>
          </p:nvPr>
        </p:nvSpPr>
        <p:spPr>
          <a:xfrm>
            <a:off x="1825050" y="2427700"/>
            <a:ext cx="5493900" cy="942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89643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500" y="538250"/>
            <a:ext cx="7713000" cy="479400"/>
          </a:xfrm>
          <a:prstGeom prst="rect">
            <a:avLst/>
          </a:prstGeom>
          <a:noFill/>
          <a:ln>
            <a:noFill/>
          </a:ln>
        </p:spPr>
        <p:txBody>
          <a:bodyPr spcFirstLastPara="1" wrap="square" lIns="91425" tIns="0" rIns="91425" bIns="91425" anchor="t" anchorCtr="0">
            <a:noAutofit/>
          </a:bodyPr>
          <a:lstStyle>
            <a:lvl1pPr lvl="0">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1pPr>
            <a:lvl2pPr lvl="1">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2pPr>
            <a:lvl3pPr lvl="2">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3pPr>
            <a:lvl4pPr lvl="3">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4pPr>
            <a:lvl5pPr lvl="4">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5pPr>
            <a:lvl6pPr lvl="5">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6pPr>
            <a:lvl7pPr lvl="6">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7pPr>
            <a:lvl8pPr lvl="7">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8pPr>
            <a:lvl9pPr lvl="8">
              <a:spcBef>
                <a:spcPts val="0"/>
              </a:spcBef>
              <a:spcAft>
                <a:spcPts val="0"/>
              </a:spcAft>
              <a:buClr>
                <a:schemeClr val="lt1"/>
              </a:buClr>
              <a:buSzPts val="2900"/>
              <a:buFont typeface="Aldrich"/>
              <a:buNone/>
              <a:defRPr sz="2900">
                <a:solidFill>
                  <a:schemeClr val="lt1"/>
                </a:solidFill>
                <a:latin typeface="Aldrich"/>
                <a:ea typeface="Aldrich"/>
                <a:cs typeface="Aldrich"/>
                <a:sym typeface="Aldrich"/>
              </a:defRPr>
            </a:lvl9pPr>
          </a:lstStyle>
          <a:p>
            <a:endParaRPr/>
          </a:p>
        </p:txBody>
      </p:sp>
      <p:sp>
        <p:nvSpPr>
          <p:cNvPr id="7" name="Google Shape;7;p1"/>
          <p:cNvSpPr txBox="1">
            <a:spLocks noGrp="1"/>
          </p:cNvSpPr>
          <p:nvPr>
            <p:ph type="body" idx="1"/>
          </p:nvPr>
        </p:nvSpPr>
        <p:spPr>
          <a:xfrm>
            <a:off x="715550" y="1152475"/>
            <a:ext cx="7713000" cy="34527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1pPr>
            <a:lvl2pPr marL="914400" lvl="1"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2pPr>
            <a:lvl3pPr marL="1371600" lvl="2"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3pPr>
            <a:lvl4pPr marL="1828800" lvl="3"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4pPr>
            <a:lvl5pPr marL="2286000" lvl="4"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5pPr>
            <a:lvl6pPr marL="2743200" lvl="5"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6pPr>
            <a:lvl7pPr marL="3200400" lvl="6"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7pPr>
            <a:lvl8pPr marL="3657600" lvl="7"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8pPr>
            <a:lvl9pPr marL="4114800" lvl="8" indent="-317500">
              <a:lnSpc>
                <a:spcPct val="115000"/>
              </a:lnSpc>
              <a:spcBef>
                <a:spcPts val="0"/>
              </a:spcBef>
              <a:spcAft>
                <a:spcPts val="0"/>
              </a:spcAft>
              <a:buClr>
                <a:schemeClr val="lt1"/>
              </a:buClr>
              <a:buSzPts val="1400"/>
              <a:buFont typeface="Bai Jamjuree"/>
              <a:buChar char="■"/>
              <a:defRPr>
                <a:solidFill>
                  <a:schemeClr val="lt1"/>
                </a:solidFill>
                <a:latin typeface="Bai Jamjuree"/>
                <a:ea typeface="Bai Jamjuree"/>
                <a:cs typeface="Bai Jamjuree"/>
                <a:sym typeface="Bai Jamjure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8" r:id="rId3"/>
    <p:sldLayoutId id="2147483659" r:id="rId4"/>
    <p:sldLayoutId id="2147483660" r:id="rId5"/>
    <p:sldLayoutId id="2147483697" r:id="rId6"/>
    <p:sldLayoutId id="2147483698" r:id="rId7"/>
    <p:sldLayoutId id="2147483703" r:id="rId8"/>
    <p:sldLayoutId id="2147483704" r:id="rId9"/>
  </p:sldLayoutIdLst>
  <mc:AlternateContent xmlns:mc="http://schemas.openxmlformats.org/markup-compatibility/2006" xmlns:p14="http://schemas.microsoft.com/office/powerpoint/2010/main">
    <mc:Choice Requires="p14">
      <p:transition spd="med" p14:dur="60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0"/>
        <p:cNvGrpSpPr/>
        <p:nvPr/>
      </p:nvGrpSpPr>
      <p:grpSpPr>
        <a:xfrm>
          <a:off x="0" y="0"/>
          <a:ext cx="0" cy="0"/>
          <a:chOff x="0" y="0"/>
          <a:chExt cx="0" cy="0"/>
        </a:xfrm>
      </p:grpSpPr>
      <p:sp>
        <p:nvSpPr>
          <p:cNvPr id="2591" name="Google Shape;2591;p58"/>
          <p:cNvSpPr txBox="1">
            <a:spLocks noGrp="1"/>
          </p:cNvSpPr>
          <p:nvPr>
            <p:ph type="ctrTitle"/>
          </p:nvPr>
        </p:nvSpPr>
        <p:spPr>
          <a:xfrm>
            <a:off x="624112" y="1501861"/>
            <a:ext cx="7895625" cy="1641790"/>
          </a:xfrm>
          <a:prstGeom prst="rect">
            <a:avLst/>
          </a:prstGeom>
        </p:spPr>
        <p:txBody>
          <a:bodyPr spcFirstLastPara="1" wrap="square" lIns="91425" tIns="0" rIns="91425" bIns="91425" anchor="t" anchorCtr="0">
            <a:noAutofit/>
          </a:bodyPr>
          <a:lstStyle/>
          <a:p>
            <a:pPr marL="0" lvl="0" indent="0" algn="ctr" rtl="0">
              <a:spcBef>
                <a:spcPts val="0"/>
              </a:spcBef>
              <a:spcAft>
                <a:spcPts val="200"/>
              </a:spcAft>
              <a:buNone/>
            </a:pPr>
            <a:r>
              <a:rPr lang="tr-TR" sz="5800" dirty="0"/>
              <a:t>HR ANALYSIS </a:t>
            </a:r>
            <a:r>
              <a:rPr lang="tr-TR" sz="5050" dirty="0">
                <a:solidFill>
                  <a:schemeClr val="dk2"/>
                </a:solidFill>
              </a:rPr>
              <a:t>DASHBOARD PROJECT</a:t>
            </a:r>
            <a:endParaRPr sz="5050" dirty="0">
              <a:solidFill>
                <a:schemeClr val="dk2"/>
              </a:solidFill>
            </a:endParaRPr>
          </a:p>
        </p:txBody>
      </p:sp>
      <p:sp>
        <p:nvSpPr>
          <p:cNvPr id="2593" name="Google Shape;2593;p58"/>
          <p:cNvSpPr/>
          <p:nvPr/>
        </p:nvSpPr>
        <p:spPr>
          <a:xfrm>
            <a:off x="692858" y="3013561"/>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94" name="Google Shape;2594;p58"/>
          <p:cNvCxnSpPr/>
          <p:nvPr/>
        </p:nvCxnSpPr>
        <p:spPr>
          <a:xfrm>
            <a:off x="1863749" y="3162850"/>
            <a:ext cx="5416500" cy="0"/>
          </a:xfrm>
          <a:prstGeom prst="straightConnector1">
            <a:avLst/>
          </a:prstGeom>
          <a:noFill/>
          <a:ln w="9525" cap="flat" cmpd="sng">
            <a:solidFill>
              <a:schemeClr val="lt1"/>
            </a:solidFill>
            <a:prstDash val="solid"/>
            <a:round/>
            <a:headEnd type="none" w="med" len="med"/>
            <a:tailEnd type="none" w="med" len="med"/>
          </a:ln>
        </p:spPr>
      </p:cxnSp>
      <p:pic>
        <p:nvPicPr>
          <p:cNvPr id="3" name="Picture 2">
            <a:extLst>
              <a:ext uri="{FF2B5EF4-FFF2-40B4-BE49-F238E27FC236}">
                <a16:creationId xmlns:a16="http://schemas.microsoft.com/office/drawing/2014/main" id="{D82B381A-8A67-A89F-4E26-373C4A173E6A}"/>
              </a:ext>
            </a:extLst>
          </p:cNvPr>
          <p:cNvPicPr>
            <a:picLocks noChangeAspect="1"/>
          </p:cNvPicPr>
          <p:nvPr/>
        </p:nvPicPr>
        <p:blipFill>
          <a:blip r:embed="rId3"/>
          <a:stretch>
            <a:fillRect/>
          </a:stretch>
        </p:blipFill>
        <p:spPr>
          <a:xfrm>
            <a:off x="4084876" y="390317"/>
            <a:ext cx="974096" cy="895540"/>
          </a:xfrm>
          <a:prstGeom prst="rect">
            <a:avLst/>
          </a:prstGeom>
        </p:spPr>
      </p:pic>
      <p:sp>
        <p:nvSpPr>
          <p:cNvPr id="5" name="Subtitle 4">
            <a:extLst>
              <a:ext uri="{FF2B5EF4-FFF2-40B4-BE49-F238E27FC236}">
                <a16:creationId xmlns:a16="http://schemas.microsoft.com/office/drawing/2014/main" id="{9799B70C-29F0-D749-3A4E-727951443A2C}"/>
              </a:ext>
            </a:extLst>
          </p:cNvPr>
          <p:cNvSpPr>
            <a:spLocks noGrp="1"/>
          </p:cNvSpPr>
          <p:nvPr>
            <p:ph type="subTitle" idx="1"/>
          </p:nvPr>
        </p:nvSpPr>
        <p:spPr>
          <a:xfrm>
            <a:off x="1248375" y="3378855"/>
            <a:ext cx="6647100" cy="378000"/>
          </a:xfrm>
        </p:spPr>
        <p:txBody>
          <a:bodyPr/>
          <a:lstStyle/>
          <a:p>
            <a:r>
              <a:rPr lang="en-GB"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98"/>
        <p:cNvGrpSpPr/>
        <p:nvPr/>
      </p:nvGrpSpPr>
      <p:grpSpPr>
        <a:xfrm>
          <a:off x="0" y="0"/>
          <a:ext cx="0" cy="0"/>
          <a:chOff x="0" y="0"/>
          <a:chExt cx="0" cy="0"/>
        </a:xfrm>
      </p:grpSpPr>
      <p:sp>
        <p:nvSpPr>
          <p:cNvPr id="2599" name="Google Shape;2599;p59"/>
          <p:cNvSpPr txBox="1">
            <a:spLocks noGrp="1"/>
          </p:cNvSpPr>
          <p:nvPr>
            <p:ph type="title"/>
          </p:nvPr>
        </p:nvSpPr>
        <p:spPr>
          <a:xfrm>
            <a:off x="715500" y="538250"/>
            <a:ext cx="7713000" cy="4206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dirty="0"/>
              <a:t>Team Members</a:t>
            </a:r>
            <a:endParaRPr dirty="0"/>
          </a:p>
        </p:txBody>
      </p:sp>
      <p:grpSp>
        <p:nvGrpSpPr>
          <p:cNvPr id="2604" name="Google Shape;2604;p59"/>
          <p:cNvGrpSpPr/>
          <p:nvPr/>
        </p:nvGrpSpPr>
        <p:grpSpPr>
          <a:xfrm>
            <a:off x="7225925" y="-467360"/>
            <a:ext cx="3157595" cy="1730062"/>
            <a:chOff x="5207925" y="-1994879"/>
            <a:chExt cx="4000413" cy="3175881"/>
          </a:xfrm>
        </p:grpSpPr>
        <p:sp>
          <p:nvSpPr>
            <p:cNvPr id="2605" name="Google Shape;2605;p59"/>
            <p:cNvSpPr/>
            <p:nvPr/>
          </p:nvSpPr>
          <p:spPr>
            <a:xfrm>
              <a:off x="5256209" y="-1994879"/>
              <a:ext cx="3952129" cy="3103920"/>
            </a:xfrm>
            <a:custGeom>
              <a:avLst/>
              <a:gdLst/>
              <a:ahLst/>
              <a:cxnLst/>
              <a:rect l="l" t="t" r="r" b="b"/>
              <a:pathLst>
                <a:path w="89954" h="70648" fill="none" extrusionOk="0">
                  <a:moveTo>
                    <a:pt x="89954" y="70647"/>
                  </a:moveTo>
                  <a:lnTo>
                    <a:pt x="1" y="70647"/>
                  </a:lnTo>
                  <a:lnTo>
                    <a:pt x="1" y="0"/>
                  </a:lnTo>
                </a:path>
              </a:pathLst>
            </a:custGeom>
            <a:solidFill>
              <a:schemeClr val="lt1"/>
            </a:solidFill>
            <a:ln w="9525" cap="flat" cmpd="sng">
              <a:solidFill>
                <a:schemeClr val="lt1"/>
              </a:solidFill>
              <a:prstDash val="solid"/>
              <a:miter lim="1928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59"/>
            <p:cNvSpPr/>
            <p:nvPr/>
          </p:nvSpPr>
          <p:spPr>
            <a:xfrm>
              <a:off x="5579917" y="1036061"/>
              <a:ext cx="144942" cy="144942"/>
            </a:xfrm>
            <a:custGeom>
              <a:avLst/>
              <a:gdLst/>
              <a:ahLst/>
              <a:cxnLst/>
              <a:rect l="l" t="t" r="r" b="b"/>
              <a:pathLst>
                <a:path w="3299" h="3299" extrusionOk="0">
                  <a:moveTo>
                    <a:pt x="0" y="1"/>
                  </a:moveTo>
                  <a:lnTo>
                    <a:pt x="0" y="3299"/>
                  </a:lnTo>
                  <a:lnTo>
                    <a:pt x="3298" y="3299"/>
                  </a:lnTo>
                  <a:lnTo>
                    <a:pt x="32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59"/>
            <p:cNvSpPr/>
            <p:nvPr/>
          </p:nvSpPr>
          <p:spPr>
            <a:xfrm>
              <a:off x="5207925" y="352772"/>
              <a:ext cx="96613" cy="394888"/>
            </a:xfrm>
            <a:custGeom>
              <a:avLst/>
              <a:gdLst/>
              <a:ahLst/>
              <a:cxnLst/>
              <a:rect l="l" t="t" r="r" b="b"/>
              <a:pathLst>
                <a:path w="2199" h="8988" extrusionOk="0">
                  <a:moveTo>
                    <a:pt x="0" y="0"/>
                  </a:moveTo>
                  <a:lnTo>
                    <a:pt x="0" y="8988"/>
                  </a:lnTo>
                  <a:lnTo>
                    <a:pt x="2199" y="8988"/>
                  </a:lnTo>
                  <a:lnTo>
                    <a:pt x="219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2617;p60">
            <a:extLst>
              <a:ext uri="{FF2B5EF4-FFF2-40B4-BE49-F238E27FC236}">
                <a16:creationId xmlns:a16="http://schemas.microsoft.com/office/drawing/2014/main" id="{B05E9DA5-C383-7598-70FA-265AE308A51C}"/>
              </a:ext>
            </a:extLst>
          </p:cNvPr>
          <p:cNvSpPr/>
          <p:nvPr/>
        </p:nvSpPr>
        <p:spPr>
          <a:xfrm>
            <a:off x="715500" y="1262703"/>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2619;p60">
            <a:extLst>
              <a:ext uri="{FF2B5EF4-FFF2-40B4-BE49-F238E27FC236}">
                <a16:creationId xmlns:a16="http://schemas.microsoft.com/office/drawing/2014/main" id="{BBE5B6AC-1644-D483-95A2-3DD5D9BEB3B8}"/>
              </a:ext>
            </a:extLst>
          </p:cNvPr>
          <p:cNvSpPr txBox="1">
            <a:spLocks/>
          </p:cNvSpPr>
          <p:nvPr/>
        </p:nvSpPr>
        <p:spPr>
          <a:xfrm>
            <a:off x="646298" y="1167783"/>
            <a:ext cx="685641" cy="420600"/>
          </a:xfrm>
          <a:prstGeom prst="rect">
            <a:avLst/>
          </a:prstGeom>
          <a:noFill/>
          <a:ln>
            <a:noFill/>
          </a:ln>
        </p:spPr>
        <p:txBody>
          <a:bodyPr spcFirstLastPara="1" wrap="square" lIns="91425" tIns="18287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1pPr>
            <a:lvl2pPr marR="0" lvl="1"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2pPr>
            <a:lvl3pPr marR="0" lvl="2"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3pPr>
            <a:lvl4pPr marR="0" lvl="3"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4pPr>
            <a:lvl5pPr marR="0" lvl="4"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5pPr>
            <a:lvl6pPr marR="0" lvl="5"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6pPr>
            <a:lvl7pPr marR="0" lvl="6"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7pPr>
            <a:lvl8pPr marR="0" lvl="7"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8pPr>
            <a:lvl9pPr marR="0" lvl="8"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9pPr>
          </a:lstStyle>
          <a:p>
            <a:pPr algn="ctr"/>
            <a:r>
              <a:rPr lang="en" sz="2400" dirty="0">
                <a:solidFill>
                  <a:schemeClr val="dk1"/>
                </a:solidFill>
              </a:rPr>
              <a:t>01</a:t>
            </a:r>
          </a:p>
        </p:txBody>
      </p:sp>
      <p:sp>
        <p:nvSpPr>
          <p:cNvPr id="16" name="Google Shape;2617;p60">
            <a:extLst>
              <a:ext uri="{FF2B5EF4-FFF2-40B4-BE49-F238E27FC236}">
                <a16:creationId xmlns:a16="http://schemas.microsoft.com/office/drawing/2014/main" id="{3DF3A1B9-7FF9-9301-62F4-7D7CA95FCD33}"/>
              </a:ext>
            </a:extLst>
          </p:cNvPr>
          <p:cNvSpPr/>
          <p:nvPr/>
        </p:nvSpPr>
        <p:spPr>
          <a:xfrm>
            <a:off x="711364" y="2017456"/>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619;p60">
            <a:extLst>
              <a:ext uri="{FF2B5EF4-FFF2-40B4-BE49-F238E27FC236}">
                <a16:creationId xmlns:a16="http://schemas.microsoft.com/office/drawing/2014/main" id="{F611E881-4F15-27EF-4487-4AF88EEC54F6}"/>
              </a:ext>
            </a:extLst>
          </p:cNvPr>
          <p:cNvSpPr txBox="1">
            <a:spLocks/>
          </p:cNvSpPr>
          <p:nvPr/>
        </p:nvSpPr>
        <p:spPr>
          <a:xfrm>
            <a:off x="553987" y="1943503"/>
            <a:ext cx="870265" cy="420600"/>
          </a:xfrm>
          <a:prstGeom prst="rect">
            <a:avLst/>
          </a:prstGeom>
          <a:noFill/>
          <a:ln>
            <a:noFill/>
          </a:ln>
        </p:spPr>
        <p:txBody>
          <a:bodyPr spcFirstLastPara="1" wrap="square" lIns="91425" tIns="18287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1pPr>
            <a:lvl2pPr marR="0" lvl="1"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2pPr>
            <a:lvl3pPr marR="0" lvl="2"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3pPr>
            <a:lvl4pPr marR="0" lvl="3"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4pPr>
            <a:lvl5pPr marR="0" lvl="4"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5pPr>
            <a:lvl6pPr marR="0" lvl="5"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6pPr>
            <a:lvl7pPr marR="0" lvl="6"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7pPr>
            <a:lvl8pPr marR="0" lvl="7"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8pPr>
            <a:lvl9pPr marR="0" lvl="8"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9pPr>
          </a:lstStyle>
          <a:p>
            <a:pPr algn="ctr"/>
            <a:r>
              <a:rPr lang="en" sz="2400" dirty="0">
                <a:solidFill>
                  <a:schemeClr val="dk1"/>
                </a:solidFill>
              </a:rPr>
              <a:t>02</a:t>
            </a:r>
          </a:p>
        </p:txBody>
      </p:sp>
      <p:sp>
        <p:nvSpPr>
          <p:cNvPr id="17" name="Google Shape;2617;p60">
            <a:extLst>
              <a:ext uri="{FF2B5EF4-FFF2-40B4-BE49-F238E27FC236}">
                <a16:creationId xmlns:a16="http://schemas.microsoft.com/office/drawing/2014/main" id="{CAA772FC-9C9C-084A-A096-349C9A5CEBC5}"/>
              </a:ext>
            </a:extLst>
          </p:cNvPr>
          <p:cNvSpPr/>
          <p:nvPr/>
        </p:nvSpPr>
        <p:spPr>
          <a:xfrm>
            <a:off x="711362" y="2801650"/>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617;p60">
            <a:extLst>
              <a:ext uri="{FF2B5EF4-FFF2-40B4-BE49-F238E27FC236}">
                <a16:creationId xmlns:a16="http://schemas.microsoft.com/office/drawing/2014/main" id="{6086E64E-2A83-FCCD-9700-869A6B0A0A94}"/>
              </a:ext>
            </a:extLst>
          </p:cNvPr>
          <p:cNvSpPr/>
          <p:nvPr/>
        </p:nvSpPr>
        <p:spPr>
          <a:xfrm>
            <a:off x="4572000" y="1262703"/>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617;p60">
            <a:extLst>
              <a:ext uri="{FF2B5EF4-FFF2-40B4-BE49-F238E27FC236}">
                <a16:creationId xmlns:a16="http://schemas.microsoft.com/office/drawing/2014/main" id="{258437B5-C444-9D84-73D3-BF8A56B85DF4}"/>
              </a:ext>
            </a:extLst>
          </p:cNvPr>
          <p:cNvSpPr/>
          <p:nvPr/>
        </p:nvSpPr>
        <p:spPr>
          <a:xfrm>
            <a:off x="4572000" y="2017456"/>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617;p60">
            <a:extLst>
              <a:ext uri="{FF2B5EF4-FFF2-40B4-BE49-F238E27FC236}">
                <a16:creationId xmlns:a16="http://schemas.microsoft.com/office/drawing/2014/main" id="{8145F9A2-BF73-A233-20C1-C02159AF4985}"/>
              </a:ext>
            </a:extLst>
          </p:cNvPr>
          <p:cNvSpPr/>
          <p:nvPr/>
        </p:nvSpPr>
        <p:spPr>
          <a:xfrm>
            <a:off x="4571999" y="2804928"/>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619;p60">
            <a:extLst>
              <a:ext uri="{FF2B5EF4-FFF2-40B4-BE49-F238E27FC236}">
                <a16:creationId xmlns:a16="http://schemas.microsoft.com/office/drawing/2014/main" id="{5E0A82B8-9C23-1DFC-6755-5E26687AA333}"/>
              </a:ext>
            </a:extLst>
          </p:cNvPr>
          <p:cNvSpPr txBox="1">
            <a:spLocks/>
          </p:cNvSpPr>
          <p:nvPr/>
        </p:nvSpPr>
        <p:spPr>
          <a:xfrm>
            <a:off x="553985" y="2719223"/>
            <a:ext cx="870265" cy="420600"/>
          </a:xfrm>
          <a:prstGeom prst="rect">
            <a:avLst/>
          </a:prstGeom>
          <a:noFill/>
          <a:ln>
            <a:noFill/>
          </a:ln>
        </p:spPr>
        <p:txBody>
          <a:bodyPr spcFirstLastPara="1" wrap="square" lIns="91425" tIns="18287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1pPr>
            <a:lvl2pPr marR="0" lvl="1"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2pPr>
            <a:lvl3pPr marR="0" lvl="2"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3pPr>
            <a:lvl4pPr marR="0" lvl="3"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4pPr>
            <a:lvl5pPr marR="0" lvl="4"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5pPr>
            <a:lvl6pPr marR="0" lvl="5"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6pPr>
            <a:lvl7pPr marR="0" lvl="6"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7pPr>
            <a:lvl8pPr marR="0" lvl="7"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8pPr>
            <a:lvl9pPr marR="0" lvl="8"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9pPr>
          </a:lstStyle>
          <a:p>
            <a:pPr algn="ctr"/>
            <a:r>
              <a:rPr lang="en" sz="2400" dirty="0">
                <a:solidFill>
                  <a:schemeClr val="dk1"/>
                </a:solidFill>
              </a:rPr>
              <a:t>03</a:t>
            </a:r>
          </a:p>
        </p:txBody>
      </p:sp>
      <p:sp>
        <p:nvSpPr>
          <p:cNvPr id="22" name="Google Shape;2619;p60">
            <a:extLst>
              <a:ext uri="{FF2B5EF4-FFF2-40B4-BE49-F238E27FC236}">
                <a16:creationId xmlns:a16="http://schemas.microsoft.com/office/drawing/2014/main" id="{3843AFE0-064C-B54D-62E0-CDF585C9F71C}"/>
              </a:ext>
            </a:extLst>
          </p:cNvPr>
          <p:cNvSpPr txBox="1">
            <a:spLocks/>
          </p:cNvSpPr>
          <p:nvPr/>
        </p:nvSpPr>
        <p:spPr>
          <a:xfrm>
            <a:off x="4414624" y="1208136"/>
            <a:ext cx="870265" cy="420600"/>
          </a:xfrm>
          <a:prstGeom prst="rect">
            <a:avLst/>
          </a:prstGeom>
          <a:noFill/>
          <a:ln>
            <a:noFill/>
          </a:ln>
        </p:spPr>
        <p:txBody>
          <a:bodyPr spcFirstLastPara="1" wrap="square" lIns="91425" tIns="18287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1pPr>
            <a:lvl2pPr marR="0" lvl="1"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2pPr>
            <a:lvl3pPr marR="0" lvl="2"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3pPr>
            <a:lvl4pPr marR="0" lvl="3"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4pPr>
            <a:lvl5pPr marR="0" lvl="4"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5pPr>
            <a:lvl6pPr marR="0" lvl="5"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6pPr>
            <a:lvl7pPr marR="0" lvl="6"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7pPr>
            <a:lvl8pPr marR="0" lvl="7"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8pPr>
            <a:lvl9pPr marR="0" lvl="8"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9pPr>
          </a:lstStyle>
          <a:p>
            <a:pPr algn="ctr"/>
            <a:r>
              <a:rPr lang="en" sz="2400" dirty="0">
                <a:solidFill>
                  <a:schemeClr val="dk1"/>
                </a:solidFill>
              </a:rPr>
              <a:t>04</a:t>
            </a:r>
          </a:p>
        </p:txBody>
      </p:sp>
      <p:sp>
        <p:nvSpPr>
          <p:cNvPr id="23" name="Google Shape;2619;p60">
            <a:extLst>
              <a:ext uri="{FF2B5EF4-FFF2-40B4-BE49-F238E27FC236}">
                <a16:creationId xmlns:a16="http://schemas.microsoft.com/office/drawing/2014/main" id="{01AFA90E-FEC4-E156-2607-D02A51BE13E6}"/>
              </a:ext>
            </a:extLst>
          </p:cNvPr>
          <p:cNvSpPr txBox="1">
            <a:spLocks/>
          </p:cNvSpPr>
          <p:nvPr/>
        </p:nvSpPr>
        <p:spPr>
          <a:xfrm>
            <a:off x="4414621" y="1943503"/>
            <a:ext cx="870265" cy="420600"/>
          </a:xfrm>
          <a:prstGeom prst="rect">
            <a:avLst/>
          </a:prstGeom>
          <a:noFill/>
          <a:ln>
            <a:noFill/>
          </a:ln>
        </p:spPr>
        <p:txBody>
          <a:bodyPr spcFirstLastPara="1" wrap="square" lIns="91425" tIns="18287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1pPr>
            <a:lvl2pPr marR="0" lvl="1"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2pPr>
            <a:lvl3pPr marR="0" lvl="2"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3pPr>
            <a:lvl4pPr marR="0" lvl="3"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4pPr>
            <a:lvl5pPr marR="0" lvl="4"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5pPr>
            <a:lvl6pPr marR="0" lvl="5"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6pPr>
            <a:lvl7pPr marR="0" lvl="6"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7pPr>
            <a:lvl8pPr marR="0" lvl="7"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8pPr>
            <a:lvl9pPr marR="0" lvl="8"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9pPr>
          </a:lstStyle>
          <a:p>
            <a:pPr algn="ctr"/>
            <a:r>
              <a:rPr lang="en" sz="2400" dirty="0">
                <a:solidFill>
                  <a:schemeClr val="dk1"/>
                </a:solidFill>
              </a:rPr>
              <a:t>05</a:t>
            </a:r>
          </a:p>
        </p:txBody>
      </p:sp>
      <p:sp>
        <p:nvSpPr>
          <p:cNvPr id="24" name="Google Shape;2619;p60">
            <a:extLst>
              <a:ext uri="{FF2B5EF4-FFF2-40B4-BE49-F238E27FC236}">
                <a16:creationId xmlns:a16="http://schemas.microsoft.com/office/drawing/2014/main" id="{E20EA3AC-7C64-5292-6AFB-0629B2930E6A}"/>
              </a:ext>
            </a:extLst>
          </p:cNvPr>
          <p:cNvSpPr txBox="1">
            <a:spLocks/>
          </p:cNvSpPr>
          <p:nvPr/>
        </p:nvSpPr>
        <p:spPr>
          <a:xfrm>
            <a:off x="4414622" y="2720558"/>
            <a:ext cx="870265" cy="420600"/>
          </a:xfrm>
          <a:prstGeom prst="rect">
            <a:avLst/>
          </a:prstGeom>
          <a:noFill/>
          <a:ln>
            <a:noFill/>
          </a:ln>
        </p:spPr>
        <p:txBody>
          <a:bodyPr spcFirstLastPara="1" wrap="square" lIns="91425" tIns="18287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1pPr>
            <a:lvl2pPr marR="0" lvl="1"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2pPr>
            <a:lvl3pPr marR="0" lvl="2"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3pPr>
            <a:lvl4pPr marR="0" lvl="3"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4pPr>
            <a:lvl5pPr marR="0" lvl="4"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5pPr>
            <a:lvl6pPr marR="0" lvl="5"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6pPr>
            <a:lvl7pPr marR="0" lvl="6"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7pPr>
            <a:lvl8pPr marR="0" lvl="7"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8pPr>
            <a:lvl9pPr marR="0" lvl="8" algn="l" rtl="0">
              <a:lnSpc>
                <a:spcPct val="100000"/>
              </a:lnSpc>
              <a:spcBef>
                <a:spcPts val="0"/>
              </a:spcBef>
              <a:spcAft>
                <a:spcPts val="0"/>
              </a:spcAft>
              <a:buClr>
                <a:schemeClr val="lt1"/>
              </a:buClr>
              <a:buSzPts val="2900"/>
              <a:buFont typeface="Aldrich"/>
              <a:buNone/>
              <a:defRPr sz="2900" b="0" i="0" u="none" strike="noStrike" cap="none">
                <a:solidFill>
                  <a:schemeClr val="lt1"/>
                </a:solidFill>
                <a:latin typeface="Aldrich"/>
                <a:ea typeface="Aldrich"/>
                <a:cs typeface="Aldrich"/>
                <a:sym typeface="Aldrich"/>
              </a:defRPr>
            </a:lvl9pPr>
          </a:lstStyle>
          <a:p>
            <a:pPr algn="ctr"/>
            <a:r>
              <a:rPr lang="en" sz="2400" dirty="0">
                <a:solidFill>
                  <a:schemeClr val="dk1"/>
                </a:solidFill>
              </a:rPr>
              <a:t>06</a:t>
            </a:r>
          </a:p>
        </p:txBody>
      </p:sp>
      <p:sp>
        <p:nvSpPr>
          <p:cNvPr id="25" name="Google Shape;2620;p60">
            <a:extLst>
              <a:ext uri="{FF2B5EF4-FFF2-40B4-BE49-F238E27FC236}">
                <a16:creationId xmlns:a16="http://schemas.microsoft.com/office/drawing/2014/main" id="{9B3005EF-02BA-5063-ED31-73433A7EEDA2}"/>
              </a:ext>
            </a:extLst>
          </p:cNvPr>
          <p:cNvSpPr txBox="1">
            <a:spLocks/>
          </p:cNvSpPr>
          <p:nvPr/>
        </p:nvSpPr>
        <p:spPr>
          <a:xfrm>
            <a:off x="1331939" y="1374627"/>
            <a:ext cx="2729824" cy="354600"/>
          </a:xfrm>
          <a:prstGeom prst="rect">
            <a:avLst/>
          </a:prstGeom>
        </p:spPr>
        <p:txBody>
          <a:bodyPr spcFirstLastPara="1" wrap="square" lIns="91425" tIns="0"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ts val="2850"/>
              </a:lnSpc>
              <a:buSzPct val="100000"/>
            </a:pPr>
            <a:r>
              <a:rPr lang="en-US" sz="1800" b="1" dirty="0">
                <a:solidFill>
                  <a:srgbClr val="E0D6DE"/>
                </a:solidFill>
                <a:latin typeface="Fira Sans" pitchFamily="34" charset="0"/>
                <a:ea typeface="Fira Sans" pitchFamily="34" charset="-122"/>
                <a:cs typeface="Fira Sans" pitchFamily="34" charset="-120"/>
              </a:rPr>
              <a:t>Omar Eissa Ibrahim</a:t>
            </a:r>
          </a:p>
        </p:txBody>
      </p:sp>
      <p:sp>
        <p:nvSpPr>
          <p:cNvPr id="26" name="Google Shape;2620;p60">
            <a:extLst>
              <a:ext uri="{FF2B5EF4-FFF2-40B4-BE49-F238E27FC236}">
                <a16:creationId xmlns:a16="http://schemas.microsoft.com/office/drawing/2014/main" id="{C82434A1-0584-86A6-FD2F-A78372A45CD3}"/>
              </a:ext>
            </a:extLst>
          </p:cNvPr>
          <p:cNvSpPr txBox="1">
            <a:spLocks/>
          </p:cNvSpPr>
          <p:nvPr/>
        </p:nvSpPr>
        <p:spPr>
          <a:xfrm>
            <a:off x="1331939" y="2069677"/>
            <a:ext cx="3018680" cy="354600"/>
          </a:xfrm>
          <a:prstGeom prst="rect">
            <a:avLst/>
          </a:prstGeom>
        </p:spPr>
        <p:txBody>
          <a:bodyPr spcFirstLastPara="1" wrap="square" lIns="91425" tIns="0"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ts val="2850"/>
              </a:lnSpc>
              <a:buSzPct val="100000"/>
            </a:pPr>
            <a:r>
              <a:rPr lang="en-US" sz="1800" b="1" dirty="0">
                <a:solidFill>
                  <a:srgbClr val="E0D6DE"/>
                </a:solidFill>
                <a:latin typeface="Fira Sans" pitchFamily="34" charset="0"/>
                <a:ea typeface="Fira Sans" pitchFamily="34" charset="-122"/>
                <a:cs typeface="Fira Sans" pitchFamily="34" charset="-120"/>
              </a:rPr>
              <a:t>Omar Mahmoud Kamel</a:t>
            </a:r>
          </a:p>
        </p:txBody>
      </p:sp>
      <p:sp>
        <p:nvSpPr>
          <p:cNvPr id="27" name="Google Shape;2620;p60">
            <a:extLst>
              <a:ext uri="{FF2B5EF4-FFF2-40B4-BE49-F238E27FC236}">
                <a16:creationId xmlns:a16="http://schemas.microsoft.com/office/drawing/2014/main" id="{A805004C-9154-74A6-6693-8A515D203586}"/>
              </a:ext>
            </a:extLst>
          </p:cNvPr>
          <p:cNvSpPr txBox="1">
            <a:spLocks/>
          </p:cNvSpPr>
          <p:nvPr/>
        </p:nvSpPr>
        <p:spPr>
          <a:xfrm>
            <a:off x="1331939" y="2893284"/>
            <a:ext cx="2729824" cy="354600"/>
          </a:xfrm>
          <a:prstGeom prst="rect">
            <a:avLst/>
          </a:prstGeom>
        </p:spPr>
        <p:txBody>
          <a:bodyPr spcFirstLastPara="1" wrap="square" lIns="91425" tIns="0"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ts val="2850"/>
              </a:lnSpc>
              <a:buSzPct val="100000"/>
            </a:pPr>
            <a:r>
              <a:rPr lang="en-US" sz="1800" b="1" dirty="0">
                <a:solidFill>
                  <a:srgbClr val="E0D6DE"/>
                </a:solidFill>
                <a:latin typeface="Fira Sans" pitchFamily="34" charset="0"/>
                <a:ea typeface="Fira Sans" pitchFamily="34" charset="-122"/>
                <a:cs typeface="Fira Sans" pitchFamily="34" charset="-120"/>
              </a:rPr>
              <a:t>Diana Adel</a:t>
            </a:r>
          </a:p>
        </p:txBody>
      </p:sp>
      <p:sp>
        <p:nvSpPr>
          <p:cNvPr id="28" name="Google Shape;2620;p60">
            <a:extLst>
              <a:ext uri="{FF2B5EF4-FFF2-40B4-BE49-F238E27FC236}">
                <a16:creationId xmlns:a16="http://schemas.microsoft.com/office/drawing/2014/main" id="{49A1F4E5-D7AC-86E7-26BC-8F7874ACFFD1}"/>
              </a:ext>
            </a:extLst>
          </p:cNvPr>
          <p:cNvSpPr txBox="1">
            <a:spLocks/>
          </p:cNvSpPr>
          <p:nvPr/>
        </p:nvSpPr>
        <p:spPr>
          <a:xfrm>
            <a:off x="5191519" y="1345421"/>
            <a:ext cx="2729824" cy="354600"/>
          </a:xfrm>
          <a:prstGeom prst="rect">
            <a:avLst/>
          </a:prstGeom>
        </p:spPr>
        <p:txBody>
          <a:bodyPr spcFirstLastPara="1" wrap="square" lIns="91425" tIns="0"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ts val="2850"/>
              </a:lnSpc>
              <a:buSzPct val="100000"/>
            </a:pPr>
            <a:r>
              <a:rPr lang="en-US" sz="1800" b="1" dirty="0">
                <a:solidFill>
                  <a:srgbClr val="E0D6DE"/>
                </a:solidFill>
                <a:latin typeface="Fira Sans" pitchFamily="34" charset="0"/>
                <a:ea typeface="Fira Sans" pitchFamily="34" charset="-122"/>
                <a:cs typeface="Fira Sans" pitchFamily="34" charset="-120"/>
              </a:rPr>
              <a:t>Rawda Raafat Ramadan</a:t>
            </a:r>
            <a:endParaRPr lang="en-US" sz="1800" b="1" dirty="0"/>
          </a:p>
        </p:txBody>
      </p:sp>
      <p:sp>
        <p:nvSpPr>
          <p:cNvPr id="29" name="Google Shape;2620;p60">
            <a:extLst>
              <a:ext uri="{FF2B5EF4-FFF2-40B4-BE49-F238E27FC236}">
                <a16:creationId xmlns:a16="http://schemas.microsoft.com/office/drawing/2014/main" id="{5C2D80A4-F302-0CA3-7489-C7717B7AD68A}"/>
              </a:ext>
            </a:extLst>
          </p:cNvPr>
          <p:cNvSpPr txBox="1">
            <a:spLocks/>
          </p:cNvSpPr>
          <p:nvPr/>
        </p:nvSpPr>
        <p:spPr>
          <a:xfrm>
            <a:off x="5191519" y="2126193"/>
            <a:ext cx="3398486" cy="354600"/>
          </a:xfrm>
          <a:prstGeom prst="rect">
            <a:avLst/>
          </a:prstGeom>
        </p:spPr>
        <p:txBody>
          <a:bodyPr spcFirstLastPara="1" wrap="square" lIns="91425" tIns="0"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ts val="2850"/>
              </a:lnSpc>
              <a:buSzPct val="100000"/>
            </a:pPr>
            <a:r>
              <a:rPr lang="en-US" sz="1800" b="1" dirty="0">
                <a:solidFill>
                  <a:srgbClr val="E0D6DE"/>
                </a:solidFill>
                <a:latin typeface="Fira Sans" pitchFamily="34" charset="0"/>
                <a:ea typeface="Fira Sans" pitchFamily="34" charset="-122"/>
                <a:cs typeface="Fira Sans" pitchFamily="34" charset="-120"/>
              </a:rPr>
              <a:t>Maryam Ahmed Salah El-Din</a:t>
            </a:r>
            <a:endParaRPr lang="en-US" sz="1800" b="1" dirty="0"/>
          </a:p>
        </p:txBody>
      </p:sp>
      <p:sp>
        <p:nvSpPr>
          <p:cNvPr id="30" name="Google Shape;2620;p60">
            <a:extLst>
              <a:ext uri="{FF2B5EF4-FFF2-40B4-BE49-F238E27FC236}">
                <a16:creationId xmlns:a16="http://schemas.microsoft.com/office/drawing/2014/main" id="{6BB4577B-5539-1307-A2A4-CF8916BBB5CA}"/>
              </a:ext>
            </a:extLst>
          </p:cNvPr>
          <p:cNvSpPr txBox="1">
            <a:spLocks/>
          </p:cNvSpPr>
          <p:nvPr/>
        </p:nvSpPr>
        <p:spPr>
          <a:xfrm>
            <a:off x="5191519" y="2893284"/>
            <a:ext cx="2729824" cy="354600"/>
          </a:xfrm>
          <a:prstGeom prst="rect">
            <a:avLst/>
          </a:prstGeom>
        </p:spPr>
        <p:txBody>
          <a:bodyPr spcFirstLastPara="1" wrap="square" lIns="91425" tIns="0"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ts val="2850"/>
              </a:lnSpc>
              <a:buClrTx/>
              <a:buSzPct val="100000"/>
            </a:pPr>
            <a:r>
              <a:rPr lang="en-US" sz="1800" b="1" kern="1200" dirty="0">
                <a:solidFill>
                  <a:srgbClr val="E0D6DE"/>
                </a:solidFill>
                <a:latin typeface="Fira Sans" panose="020B0503050000020004" pitchFamily="34" charset="0"/>
                <a:ea typeface="Fira Sans" panose="020B0503050000020004" pitchFamily="34" charset="0"/>
                <a:cs typeface="Fira Sans" panose="020B0503050000020004" pitchFamily="34" charset="0"/>
              </a:rPr>
              <a:t>Habiba Ragab Mohamed</a:t>
            </a:r>
            <a:endParaRPr lang="en-GB" sz="1800" dirty="0"/>
          </a:p>
        </p:txBody>
      </p:sp>
      <p:pic>
        <p:nvPicPr>
          <p:cNvPr id="31" name="Picture 30">
            <a:extLst>
              <a:ext uri="{FF2B5EF4-FFF2-40B4-BE49-F238E27FC236}">
                <a16:creationId xmlns:a16="http://schemas.microsoft.com/office/drawing/2014/main" id="{59F73CB6-1922-4F92-B69A-8088471262BD}"/>
              </a:ext>
            </a:extLst>
          </p:cNvPr>
          <p:cNvPicPr>
            <a:picLocks noChangeAspect="1"/>
          </p:cNvPicPr>
          <p:nvPr/>
        </p:nvPicPr>
        <p:blipFill>
          <a:blip r:embed="rId3"/>
          <a:stretch>
            <a:fillRect/>
          </a:stretch>
        </p:blipFill>
        <p:spPr>
          <a:xfrm>
            <a:off x="7742739" y="131098"/>
            <a:ext cx="974096" cy="8955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99"/>
                                        </p:tgtEl>
                                        <p:attrNameLst>
                                          <p:attrName>style.visibility</p:attrName>
                                        </p:attrNameLst>
                                      </p:cBhvr>
                                      <p:to>
                                        <p:strVal val="visible"/>
                                      </p:to>
                                    </p:set>
                                    <p:animEffect transition="in" filter="fade">
                                      <p:cBhvr>
                                        <p:cTn id="7" dur="1000"/>
                                        <p:tgtEl>
                                          <p:spTgt spid="2599"/>
                                        </p:tgtEl>
                                      </p:cBhvr>
                                    </p:animEffect>
                                    <p:anim calcmode="lin" valueType="num">
                                      <p:cBhvr>
                                        <p:cTn id="8" dur="1000" fill="hold"/>
                                        <p:tgtEl>
                                          <p:spTgt spid="2599"/>
                                        </p:tgtEl>
                                        <p:attrNameLst>
                                          <p:attrName>ppt_x</p:attrName>
                                        </p:attrNameLst>
                                      </p:cBhvr>
                                      <p:tavLst>
                                        <p:tav tm="0">
                                          <p:val>
                                            <p:strVal val="#ppt_x"/>
                                          </p:val>
                                        </p:tav>
                                        <p:tav tm="100000">
                                          <p:val>
                                            <p:strVal val="#ppt_x"/>
                                          </p:val>
                                        </p:tav>
                                      </p:tavLst>
                                    </p:anim>
                                    <p:anim calcmode="lin" valueType="num">
                                      <p:cBhvr>
                                        <p:cTn id="9" dur="1000" fill="hold"/>
                                        <p:tgtEl>
                                          <p:spTgt spid="259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1000"/>
                                        <p:tgtEl>
                                          <p:spTgt spid="15"/>
                                        </p:tgtEl>
                                      </p:cBhvr>
                                    </p:animEffect>
                                    <p:anim calcmode="lin" valueType="num">
                                      <p:cBhvr>
                                        <p:cTn id="28" dur="1000" fill="hold"/>
                                        <p:tgtEl>
                                          <p:spTgt spid="15"/>
                                        </p:tgtEl>
                                        <p:attrNameLst>
                                          <p:attrName>ppt_x</p:attrName>
                                        </p:attrNameLst>
                                      </p:cBhvr>
                                      <p:tavLst>
                                        <p:tav tm="0">
                                          <p:val>
                                            <p:strVal val="#ppt_x"/>
                                          </p:val>
                                        </p:tav>
                                        <p:tav tm="100000">
                                          <p:val>
                                            <p:strVal val="#ppt_x"/>
                                          </p:val>
                                        </p:tav>
                                      </p:tavLst>
                                    </p:anim>
                                    <p:anim calcmode="lin" valueType="num">
                                      <p:cBhvr>
                                        <p:cTn id="29" dur="100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1000"/>
                                        <p:tgtEl>
                                          <p:spTgt spid="18"/>
                                        </p:tgtEl>
                                      </p:cBhvr>
                                    </p:animEffect>
                                    <p:anim calcmode="lin" valueType="num">
                                      <p:cBhvr>
                                        <p:cTn id="38" dur="1000" fill="hold"/>
                                        <p:tgtEl>
                                          <p:spTgt spid="18"/>
                                        </p:tgtEl>
                                        <p:attrNameLst>
                                          <p:attrName>ppt_x</p:attrName>
                                        </p:attrNameLst>
                                      </p:cBhvr>
                                      <p:tavLst>
                                        <p:tav tm="0">
                                          <p:val>
                                            <p:strVal val="#ppt_x"/>
                                          </p:val>
                                        </p:tav>
                                        <p:tav tm="100000">
                                          <p:val>
                                            <p:strVal val="#ppt_x"/>
                                          </p:val>
                                        </p:tav>
                                      </p:tavLst>
                                    </p:anim>
                                    <p:anim calcmode="lin" valueType="num">
                                      <p:cBhvr>
                                        <p:cTn id="39" dur="1000" fill="hold"/>
                                        <p:tgtEl>
                                          <p:spTgt spid="1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1000"/>
                                        <p:tgtEl>
                                          <p:spTgt spid="19"/>
                                        </p:tgtEl>
                                      </p:cBhvr>
                                    </p:animEffect>
                                    <p:anim calcmode="lin" valueType="num">
                                      <p:cBhvr>
                                        <p:cTn id="43" dur="1000" fill="hold"/>
                                        <p:tgtEl>
                                          <p:spTgt spid="19"/>
                                        </p:tgtEl>
                                        <p:attrNameLst>
                                          <p:attrName>ppt_x</p:attrName>
                                        </p:attrNameLst>
                                      </p:cBhvr>
                                      <p:tavLst>
                                        <p:tav tm="0">
                                          <p:val>
                                            <p:strVal val="#ppt_x"/>
                                          </p:val>
                                        </p:tav>
                                        <p:tav tm="100000">
                                          <p:val>
                                            <p:strVal val="#ppt_x"/>
                                          </p:val>
                                        </p:tav>
                                      </p:tavLst>
                                    </p:anim>
                                    <p:anim calcmode="lin" valueType="num">
                                      <p:cBhvr>
                                        <p:cTn id="44" dur="1000" fill="hold"/>
                                        <p:tgtEl>
                                          <p:spTgt spid="1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1000"/>
                                        <p:tgtEl>
                                          <p:spTgt spid="20"/>
                                        </p:tgtEl>
                                      </p:cBhvr>
                                    </p:animEffect>
                                    <p:anim calcmode="lin" valueType="num">
                                      <p:cBhvr>
                                        <p:cTn id="48" dur="1000" fill="hold"/>
                                        <p:tgtEl>
                                          <p:spTgt spid="20"/>
                                        </p:tgtEl>
                                        <p:attrNameLst>
                                          <p:attrName>ppt_x</p:attrName>
                                        </p:attrNameLst>
                                      </p:cBhvr>
                                      <p:tavLst>
                                        <p:tav tm="0">
                                          <p:val>
                                            <p:strVal val="#ppt_x"/>
                                          </p:val>
                                        </p:tav>
                                        <p:tav tm="100000">
                                          <p:val>
                                            <p:strVal val="#ppt_x"/>
                                          </p:val>
                                        </p:tav>
                                      </p:tavLst>
                                    </p:anim>
                                    <p:anim calcmode="lin" valueType="num">
                                      <p:cBhvr>
                                        <p:cTn id="49" dur="1000" fill="hold"/>
                                        <p:tgtEl>
                                          <p:spTgt spid="2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1000"/>
                                        <p:tgtEl>
                                          <p:spTgt spid="21"/>
                                        </p:tgtEl>
                                      </p:cBhvr>
                                    </p:animEffect>
                                    <p:anim calcmode="lin" valueType="num">
                                      <p:cBhvr>
                                        <p:cTn id="53" dur="1000" fill="hold"/>
                                        <p:tgtEl>
                                          <p:spTgt spid="21"/>
                                        </p:tgtEl>
                                        <p:attrNameLst>
                                          <p:attrName>ppt_x</p:attrName>
                                        </p:attrNameLst>
                                      </p:cBhvr>
                                      <p:tavLst>
                                        <p:tav tm="0">
                                          <p:val>
                                            <p:strVal val="#ppt_x"/>
                                          </p:val>
                                        </p:tav>
                                        <p:tav tm="100000">
                                          <p:val>
                                            <p:strVal val="#ppt_x"/>
                                          </p:val>
                                        </p:tav>
                                      </p:tavLst>
                                    </p:anim>
                                    <p:anim calcmode="lin" valueType="num">
                                      <p:cBhvr>
                                        <p:cTn id="54" dur="1000" fill="hold"/>
                                        <p:tgtEl>
                                          <p:spTgt spid="21"/>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1000"/>
                                        <p:tgtEl>
                                          <p:spTgt spid="22"/>
                                        </p:tgtEl>
                                      </p:cBhvr>
                                    </p:animEffect>
                                    <p:anim calcmode="lin" valueType="num">
                                      <p:cBhvr>
                                        <p:cTn id="58" dur="1000" fill="hold"/>
                                        <p:tgtEl>
                                          <p:spTgt spid="22"/>
                                        </p:tgtEl>
                                        <p:attrNameLst>
                                          <p:attrName>ppt_x</p:attrName>
                                        </p:attrNameLst>
                                      </p:cBhvr>
                                      <p:tavLst>
                                        <p:tav tm="0">
                                          <p:val>
                                            <p:strVal val="#ppt_x"/>
                                          </p:val>
                                        </p:tav>
                                        <p:tav tm="100000">
                                          <p:val>
                                            <p:strVal val="#ppt_x"/>
                                          </p:val>
                                        </p:tav>
                                      </p:tavLst>
                                    </p:anim>
                                    <p:anim calcmode="lin" valueType="num">
                                      <p:cBhvr>
                                        <p:cTn id="59" dur="1000" fill="hold"/>
                                        <p:tgtEl>
                                          <p:spTgt spid="2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1000"/>
                                        <p:tgtEl>
                                          <p:spTgt spid="23"/>
                                        </p:tgtEl>
                                      </p:cBhvr>
                                    </p:animEffect>
                                    <p:anim calcmode="lin" valueType="num">
                                      <p:cBhvr>
                                        <p:cTn id="63" dur="1000" fill="hold"/>
                                        <p:tgtEl>
                                          <p:spTgt spid="23"/>
                                        </p:tgtEl>
                                        <p:attrNameLst>
                                          <p:attrName>ppt_x</p:attrName>
                                        </p:attrNameLst>
                                      </p:cBhvr>
                                      <p:tavLst>
                                        <p:tav tm="0">
                                          <p:val>
                                            <p:strVal val="#ppt_x"/>
                                          </p:val>
                                        </p:tav>
                                        <p:tav tm="100000">
                                          <p:val>
                                            <p:strVal val="#ppt_x"/>
                                          </p:val>
                                        </p:tav>
                                      </p:tavLst>
                                    </p:anim>
                                    <p:anim calcmode="lin" valueType="num">
                                      <p:cBhvr>
                                        <p:cTn id="64" dur="1000" fill="hold"/>
                                        <p:tgtEl>
                                          <p:spTgt spid="23"/>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1000"/>
                                        <p:tgtEl>
                                          <p:spTgt spid="24"/>
                                        </p:tgtEl>
                                      </p:cBhvr>
                                    </p:animEffect>
                                    <p:anim calcmode="lin" valueType="num">
                                      <p:cBhvr>
                                        <p:cTn id="68" dur="1000" fill="hold"/>
                                        <p:tgtEl>
                                          <p:spTgt spid="24"/>
                                        </p:tgtEl>
                                        <p:attrNameLst>
                                          <p:attrName>ppt_x</p:attrName>
                                        </p:attrNameLst>
                                      </p:cBhvr>
                                      <p:tavLst>
                                        <p:tav tm="0">
                                          <p:val>
                                            <p:strVal val="#ppt_x"/>
                                          </p:val>
                                        </p:tav>
                                        <p:tav tm="100000">
                                          <p:val>
                                            <p:strVal val="#ppt_x"/>
                                          </p:val>
                                        </p:tav>
                                      </p:tavLst>
                                    </p:anim>
                                    <p:anim calcmode="lin" valueType="num">
                                      <p:cBhvr>
                                        <p:cTn id="69" dur="1000" fill="hold"/>
                                        <p:tgtEl>
                                          <p:spTgt spid="24"/>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1000"/>
                                        <p:tgtEl>
                                          <p:spTgt spid="25"/>
                                        </p:tgtEl>
                                      </p:cBhvr>
                                    </p:animEffect>
                                    <p:anim calcmode="lin" valueType="num">
                                      <p:cBhvr>
                                        <p:cTn id="73" dur="1000" fill="hold"/>
                                        <p:tgtEl>
                                          <p:spTgt spid="25"/>
                                        </p:tgtEl>
                                        <p:attrNameLst>
                                          <p:attrName>ppt_x</p:attrName>
                                        </p:attrNameLst>
                                      </p:cBhvr>
                                      <p:tavLst>
                                        <p:tav tm="0">
                                          <p:val>
                                            <p:strVal val="#ppt_x"/>
                                          </p:val>
                                        </p:tav>
                                        <p:tav tm="100000">
                                          <p:val>
                                            <p:strVal val="#ppt_x"/>
                                          </p:val>
                                        </p:tav>
                                      </p:tavLst>
                                    </p:anim>
                                    <p:anim calcmode="lin" valueType="num">
                                      <p:cBhvr>
                                        <p:cTn id="74" dur="1000" fill="hold"/>
                                        <p:tgtEl>
                                          <p:spTgt spid="25"/>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1000"/>
                                        <p:tgtEl>
                                          <p:spTgt spid="26"/>
                                        </p:tgtEl>
                                      </p:cBhvr>
                                    </p:animEffect>
                                    <p:anim calcmode="lin" valueType="num">
                                      <p:cBhvr>
                                        <p:cTn id="78" dur="1000" fill="hold"/>
                                        <p:tgtEl>
                                          <p:spTgt spid="26"/>
                                        </p:tgtEl>
                                        <p:attrNameLst>
                                          <p:attrName>ppt_x</p:attrName>
                                        </p:attrNameLst>
                                      </p:cBhvr>
                                      <p:tavLst>
                                        <p:tav tm="0">
                                          <p:val>
                                            <p:strVal val="#ppt_x"/>
                                          </p:val>
                                        </p:tav>
                                        <p:tav tm="100000">
                                          <p:val>
                                            <p:strVal val="#ppt_x"/>
                                          </p:val>
                                        </p:tav>
                                      </p:tavLst>
                                    </p:anim>
                                    <p:anim calcmode="lin" valueType="num">
                                      <p:cBhvr>
                                        <p:cTn id="79" dur="1000" fill="hold"/>
                                        <p:tgtEl>
                                          <p:spTgt spid="2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1000"/>
                                        <p:tgtEl>
                                          <p:spTgt spid="27"/>
                                        </p:tgtEl>
                                      </p:cBhvr>
                                    </p:animEffect>
                                    <p:anim calcmode="lin" valueType="num">
                                      <p:cBhvr>
                                        <p:cTn id="83" dur="1000" fill="hold"/>
                                        <p:tgtEl>
                                          <p:spTgt spid="27"/>
                                        </p:tgtEl>
                                        <p:attrNameLst>
                                          <p:attrName>ppt_x</p:attrName>
                                        </p:attrNameLst>
                                      </p:cBhvr>
                                      <p:tavLst>
                                        <p:tav tm="0">
                                          <p:val>
                                            <p:strVal val="#ppt_x"/>
                                          </p:val>
                                        </p:tav>
                                        <p:tav tm="100000">
                                          <p:val>
                                            <p:strVal val="#ppt_x"/>
                                          </p:val>
                                        </p:tav>
                                      </p:tavLst>
                                    </p:anim>
                                    <p:anim calcmode="lin" valueType="num">
                                      <p:cBhvr>
                                        <p:cTn id="84" dur="1000" fill="hold"/>
                                        <p:tgtEl>
                                          <p:spTgt spid="27"/>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1000"/>
                                        <p:tgtEl>
                                          <p:spTgt spid="28"/>
                                        </p:tgtEl>
                                      </p:cBhvr>
                                    </p:animEffect>
                                    <p:anim calcmode="lin" valueType="num">
                                      <p:cBhvr>
                                        <p:cTn id="88" dur="1000" fill="hold"/>
                                        <p:tgtEl>
                                          <p:spTgt spid="28"/>
                                        </p:tgtEl>
                                        <p:attrNameLst>
                                          <p:attrName>ppt_x</p:attrName>
                                        </p:attrNameLst>
                                      </p:cBhvr>
                                      <p:tavLst>
                                        <p:tav tm="0">
                                          <p:val>
                                            <p:strVal val="#ppt_x"/>
                                          </p:val>
                                        </p:tav>
                                        <p:tav tm="100000">
                                          <p:val>
                                            <p:strVal val="#ppt_x"/>
                                          </p:val>
                                        </p:tav>
                                      </p:tavLst>
                                    </p:anim>
                                    <p:anim calcmode="lin" valueType="num">
                                      <p:cBhvr>
                                        <p:cTn id="89" dur="1000" fill="hold"/>
                                        <p:tgtEl>
                                          <p:spTgt spid="28"/>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1000"/>
                                        <p:tgtEl>
                                          <p:spTgt spid="29"/>
                                        </p:tgtEl>
                                      </p:cBhvr>
                                    </p:animEffect>
                                    <p:anim calcmode="lin" valueType="num">
                                      <p:cBhvr>
                                        <p:cTn id="93" dur="1000" fill="hold"/>
                                        <p:tgtEl>
                                          <p:spTgt spid="29"/>
                                        </p:tgtEl>
                                        <p:attrNameLst>
                                          <p:attrName>ppt_x</p:attrName>
                                        </p:attrNameLst>
                                      </p:cBhvr>
                                      <p:tavLst>
                                        <p:tav tm="0">
                                          <p:val>
                                            <p:strVal val="#ppt_x"/>
                                          </p:val>
                                        </p:tav>
                                        <p:tav tm="100000">
                                          <p:val>
                                            <p:strVal val="#ppt_x"/>
                                          </p:val>
                                        </p:tav>
                                      </p:tavLst>
                                    </p:anim>
                                    <p:anim calcmode="lin" valueType="num">
                                      <p:cBhvr>
                                        <p:cTn id="94" dur="1000" fill="hold"/>
                                        <p:tgtEl>
                                          <p:spTgt spid="29"/>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30"/>
                                        </p:tgtEl>
                                        <p:attrNameLst>
                                          <p:attrName>style.visibility</p:attrName>
                                        </p:attrNameLst>
                                      </p:cBhvr>
                                      <p:to>
                                        <p:strVal val="visible"/>
                                      </p:to>
                                    </p:set>
                                    <p:animEffect transition="in" filter="fade">
                                      <p:cBhvr>
                                        <p:cTn id="97" dur="1000"/>
                                        <p:tgtEl>
                                          <p:spTgt spid="30"/>
                                        </p:tgtEl>
                                      </p:cBhvr>
                                    </p:animEffect>
                                    <p:anim calcmode="lin" valueType="num">
                                      <p:cBhvr>
                                        <p:cTn id="98" dur="1000" fill="hold"/>
                                        <p:tgtEl>
                                          <p:spTgt spid="30"/>
                                        </p:tgtEl>
                                        <p:attrNameLst>
                                          <p:attrName>ppt_x</p:attrName>
                                        </p:attrNameLst>
                                      </p:cBhvr>
                                      <p:tavLst>
                                        <p:tav tm="0">
                                          <p:val>
                                            <p:strVal val="#ppt_x"/>
                                          </p:val>
                                        </p:tav>
                                        <p:tav tm="100000">
                                          <p:val>
                                            <p:strVal val="#ppt_x"/>
                                          </p:val>
                                        </p:tav>
                                      </p:tavLst>
                                    </p:anim>
                                    <p:anim calcmode="lin" valueType="num">
                                      <p:cBhvr>
                                        <p:cTn id="9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9" grpId="0"/>
      <p:bldP spid="2" grpId="0" animBg="1"/>
      <p:bldP spid="3" grpId="0"/>
      <p:bldP spid="16" grpId="0" animBg="1"/>
      <p:bldP spid="15" grpId="0"/>
      <p:bldP spid="17" grpId="0" animBg="1"/>
      <p:bldP spid="18" grpId="0" animBg="1"/>
      <p:bldP spid="19" grpId="0" animBg="1"/>
      <p:bldP spid="20" grpId="0" animBg="1"/>
      <p:bldP spid="21" grpId="0"/>
      <p:bldP spid="22" grpId="0"/>
      <p:bldP spid="23" grpId="0"/>
      <p:bldP spid="24" grpId="0"/>
      <p:bldP spid="25" grpId="0"/>
      <p:bldP spid="26" grpId="0"/>
      <p:bldP spid="27" grpId="0"/>
      <p:bldP spid="28" grpId="0"/>
      <p:bldP spid="29" grpId="0"/>
      <p:bldP spid="3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11"/>
        <p:cNvGrpSpPr/>
        <p:nvPr/>
      </p:nvGrpSpPr>
      <p:grpSpPr>
        <a:xfrm>
          <a:off x="0" y="0"/>
          <a:ext cx="0" cy="0"/>
          <a:chOff x="0" y="0"/>
          <a:chExt cx="0" cy="0"/>
        </a:xfrm>
      </p:grpSpPr>
      <p:sp>
        <p:nvSpPr>
          <p:cNvPr id="2618" name="Google Shape;2618;p60"/>
          <p:cNvSpPr txBox="1">
            <a:spLocks noGrp="1"/>
          </p:cNvSpPr>
          <p:nvPr>
            <p:ph type="title" idx="21"/>
          </p:nvPr>
        </p:nvSpPr>
        <p:spPr>
          <a:xfrm>
            <a:off x="563954" y="604020"/>
            <a:ext cx="7713000" cy="4206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dirty="0"/>
              <a:t>PROJECT OVERVIEW</a:t>
            </a:r>
            <a:endParaRPr dirty="0"/>
          </a:p>
        </p:txBody>
      </p:sp>
      <p:sp>
        <p:nvSpPr>
          <p:cNvPr id="2620" name="Google Shape;2620;p60"/>
          <p:cNvSpPr txBox="1">
            <a:spLocks noGrp="1"/>
          </p:cNvSpPr>
          <p:nvPr>
            <p:ph type="subTitle" idx="1"/>
          </p:nvPr>
        </p:nvSpPr>
        <p:spPr>
          <a:xfrm>
            <a:off x="880664" y="1143470"/>
            <a:ext cx="7382671" cy="3760750"/>
          </a:xfrm>
          <a:prstGeom prst="rect">
            <a:avLst/>
          </a:prstGeom>
        </p:spPr>
        <p:txBody>
          <a:bodyPr spcFirstLastPara="1" wrap="square" lIns="91425" tIns="0" rIns="91425" bIns="91425" anchor="t" anchorCtr="0">
            <a:noAutofit/>
          </a:bodyPr>
          <a:lstStyle/>
          <a:p>
            <a:r>
              <a:rPr lang="en-GB" sz="1400" dirty="0"/>
              <a:t>This project focuses on analysing Human Resources data to better understand workforce patterns and organizational dynamics. The aim of the project is to explore employee-related data, identify meaningful trends, and extract insights that can support more informed HR decisions.</a:t>
            </a:r>
          </a:p>
          <a:p>
            <a:r>
              <a:rPr lang="en-GB" sz="1400" dirty="0"/>
              <a:t>The analysis involves collecting and preparing HR data, examining key factors such as employee demographics, department distribution, hiring trends, and attrition rates. By studying these aspects, the project highlights patterns that may influence employee retention, workforce planning, and overall organizational performance.</a:t>
            </a:r>
          </a:p>
          <a:p>
            <a:r>
              <a:rPr lang="en-GB" sz="1400" dirty="0"/>
              <a:t>The final outcome of the project is an analytical dashboard that presents these insights in a clear and visual format, making it easier for stakeholders to interpret the data and use it to guide strategic HR decisions.</a:t>
            </a:r>
          </a:p>
        </p:txBody>
      </p:sp>
      <p:grpSp>
        <p:nvGrpSpPr>
          <p:cNvPr id="2637" name="Google Shape;2637;p60"/>
          <p:cNvGrpSpPr/>
          <p:nvPr/>
        </p:nvGrpSpPr>
        <p:grpSpPr>
          <a:xfrm>
            <a:off x="7155218" y="722870"/>
            <a:ext cx="793256" cy="182899"/>
            <a:chOff x="2685575" y="2835950"/>
            <a:chExt cx="433000" cy="99825"/>
          </a:xfrm>
        </p:grpSpPr>
        <p:sp>
          <p:nvSpPr>
            <p:cNvPr id="2638" name="Google Shape;2638;p60"/>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60"/>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60"/>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60"/>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2" name="Google Shape;2642;p60"/>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60"/>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60">
            <a:hlinkClick r:id="rId3" action="ppaction://hlinksldjump"/>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60">
            <a:hlinkClick r:id="" action="ppaction://hlinkshowjump?jump=previousslide"/>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60">
            <a:hlinkClick r:id="" action="ppaction://hlinkshowjump?jump=nextslide"/>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 name="Picture 43">
            <a:extLst>
              <a:ext uri="{FF2B5EF4-FFF2-40B4-BE49-F238E27FC236}">
                <a16:creationId xmlns:a16="http://schemas.microsoft.com/office/drawing/2014/main" id="{B61522D9-181F-343A-C6B5-D1578A3E1B2B}"/>
              </a:ext>
            </a:extLst>
          </p:cNvPr>
          <p:cNvPicPr>
            <a:picLocks noChangeAspect="1"/>
          </p:cNvPicPr>
          <p:nvPr/>
        </p:nvPicPr>
        <p:blipFill>
          <a:blip r:embed="rId4"/>
          <a:stretch>
            <a:fillRect/>
          </a:stretch>
        </p:blipFill>
        <p:spPr>
          <a:xfrm>
            <a:off x="8039524" y="10229"/>
            <a:ext cx="974096" cy="8955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20"/>
                                        </p:tgtEl>
                                        <p:attrNameLst>
                                          <p:attrName>style.visibility</p:attrName>
                                        </p:attrNameLst>
                                      </p:cBhvr>
                                      <p:to>
                                        <p:strVal val="visible"/>
                                      </p:to>
                                    </p:set>
                                    <p:animEffect transition="in" filter="fade">
                                      <p:cBhvr>
                                        <p:cTn id="7" dur="1000"/>
                                        <p:tgtEl>
                                          <p:spTgt spid="2620"/>
                                        </p:tgtEl>
                                      </p:cBhvr>
                                    </p:animEffect>
                                  </p:childTnLst>
                                </p:cTn>
                              </p:par>
                              <p:par>
                                <p:cTn id="8" presetID="2" presetClass="entr" presetSubtype="8" fill="hold" nodeType="withEffect">
                                  <p:stCondLst>
                                    <p:cond delay="0"/>
                                  </p:stCondLst>
                                  <p:childTnLst>
                                    <p:set>
                                      <p:cBhvr>
                                        <p:cTn id="9" dur="1" fill="hold">
                                          <p:stCondLst>
                                            <p:cond delay="0"/>
                                          </p:stCondLst>
                                        </p:cTn>
                                        <p:tgtEl>
                                          <p:spTgt spid="2618"/>
                                        </p:tgtEl>
                                        <p:attrNameLst>
                                          <p:attrName>style.visibility</p:attrName>
                                        </p:attrNameLst>
                                      </p:cBhvr>
                                      <p:to>
                                        <p:strVal val="visible"/>
                                      </p:to>
                                    </p:set>
                                    <p:anim calcmode="lin" valueType="num">
                                      <p:cBhvr additive="base">
                                        <p:cTn id="10" dur="1000"/>
                                        <p:tgtEl>
                                          <p:spTgt spid="2618"/>
                                        </p:tgtEl>
                                        <p:attrNameLst>
                                          <p:attrName>ppt_x</p:attrName>
                                        </p:attrNameLst>
                                      </p:cBhvr>
                                      <p:tavLst>
                                        <p:tav tm="0">
                                          <p:val>
                                            <p:strVal val="#ppt_x-1"/>
                                          </p:val>
                                        </p:tav>
                                        <p:tav tm="100000">
                                          <p:val>
                                            <p:strVal val="#ppt_x"/>
                                          </p:val>
                                        </p:tav>
                                      </p:tavLst>
                                    </p:anim>
                                  </p:childTnLst>
                                </p:cTn>
                              </p:par>
                              <p:par>
                                <p:cTn id="11" presetID="10" presetClass="entr" presetSubtype="0" fill="hold" nodeType="withEffect">
                                  <p:stCondLst>
                                    <p:cond delay="0"/>
                                  </p:stCondLst>
                                  <p:childTnLst>
                                    <p:set>
                                      <p:cBhvr>
                                        <p:cTn id="12" dur="1" fill="hold">
                                          <p:stCondLst>
                                            <p:cond delay="0"/>
                                          </p:stCondLst>
                                        </p:cTn>
                                        <p:tgtEl>
                                          <p:spTgt spid="2642"/>
                                        </p:tgtEl>
                                        <p:attrNameLst>
                                          <p:attrName>style.visibility</p:attrName>
                                        </p:attrNameLst>
                                      </p:cBhvr>
                                      <p:to>
                                        <p:strVal val="visible"/>
                                      </p:to>
                                    </p:set>
                                    <p:animEffect transition="in" filter="fade">
                                      <p:cBhvr>
                                        <p:cTn id="13" dur="1000"/>
                                        <p:tgtEl>
                                          <p:spTgt spid="2642"/>
                                        </p:tgtEl>
                                      </p:cBhvr>
                                    </p:animEffect>
                                  </p:childTnLst>
                                </p:cTn>
                              </p:par>
                              <p:par>
                                <p:cTn id="14" presetID="10" presetClass="entr" presetSubtype="0" fill="hold" nodeType="withEffect">
                                  <p:stCondLst>
                                    <p:cond delay="0"/>
                                  </p:stCondLst>
                                  <p:childTnLst>
                                    <p:set>
                                      <p:cBhvr>
                                        <p:cTn id="15" dur="1" fill="hold">
                                          <p:stCondLst>
                                            <p:cond delay="0"/>
                                          </p:stCondLst>
                                        </p:cTn>
                                        <p:tgtEl>
                                          <p:spTgt spid="2643"/>
                                        </p:tgtEl>
                                        <p:attrNameLst>
                                          <p:attrName>style.visibility</p:attrName>
                                        </p:attrNameLst>
                                      </p:cBhvr>
                                      <p:to>
                                        <p:strVal val="visible"/>
                                      </p:to>
                                    </p:set>
                                    <p:animEffect transition="in" filter="fade">
                                      <p:cBhvr>
                                        <p:cTn id="16" dur="1000"/>
                                        <p:tgtEl>
                                          <p:spTgt spid="2643"/>
                                        </p:tgtEl>
                                      </p:cBhvr>
                                    </p:animEffect>
                                  </p:childTnLst>
                                </p:cTn>
                              </p:par>
                              <p:par>
                                <p:cTn id="17" presetID="10" presetClass="entr" presetSubtype="0" fill="hold" nodeType="withEffect">
                                  <p:stCondLst>
                                    <p:cond delay="0"/>
                                  </p:stCondLst>
                                  <p:childTnLst>
                                    <p:set>
                                      <p:cBhvr>
                                        <p:cTn id="18" dur="1" fill="hold">
                                          <p:stCondLst>
                                            <p:cond delay="0"/>
                                          </p:stCondLst>
                                        </p:cTn>
                                        <p:tgtEl>
                                          <p:spTgt spid="2644"/>
                                        </p:tgtEl>
                                        <p:attrNameLst>
                                          <p:attrName>style.visibility</p:attrName>
                                        </p:attrNameLst>
                                      </p:cBhvr>
                                      <p:to>
                                        <p:strVal val="visible"/>
                                      </p:to>
                                    </p:set>
                                    <p:animEffect transition="in" filter="fade">
                                      <p:cBhvr>
                                        <p:cTn id="19" dur="1000"/>
                                        <p:tgtEl>
                                          <p:spTgt spid="2644"/>
                                        </p:tgtEl>
                                      </p:cBhvr>
                                    </p:animEffect>
                                  </p:childTnLst>
                                </p:cTn>
                              </p:par>
                              <p:par>
                                <p:cTn id="20" presetID="10" presetClass="entr" presetSubtype="0" fill="hold" nodeType="withEffect">
                                  <p:stCondLst>
                                    <p:cond delay="0"/>
                                  </p:stCondLst>
                                  <p:childTnLst>
                                    <p:set>
                                      <p:cBhvr>
                                        <p:cTn id="21" dur="1" fill="hold">
                                          <p:stCondLst>
                                            <p:cond delay="0"/>
                                          </p:stCondLst>
                                        </p:cTn>
                                        <p:tgtEl>
                                          <p:spTgt spid="2645"/>
                                        </p:tgtEl>
                                        <p:attrNameLst>
                                          <p:attrName>style.visibility</p:attrName>
                                        </p:attrNameLst>
                                      </p:cBhvr>
                                      <p:to>
                                        <p:strVal val="visible"/>
                                      </p:to>
                                    </p:set>
                                    <p:animEffect transition="in" filter="fade">
                                      <p:cBhvr>
                                        <p:cTn id="22" dur="1000"/>
                                        <p:tgtEl>
                                          <p:spTgt spid="2645"/>
                                        </p:tgtEl>
                                      </p:cBhvr>
                                    </p:animEffect>
                                  </p:childTnLst>
                                </p:cTn>
                              </p:par>
                              <p:par>
                                <p:cTn id="23" presetID="10" presetClass="entr" presetSubtype="0" fill="hold" nodeType="withEffect">
                                  <p:stCondLst>
                                    <p:cond delay="0"/>
                                  </p:stCondLst>
                                  <p:childTnLst>
                                    <p:set>
                                      <p:cBhvr>
                                        <p:cTn id="24" dur="1" fill="hold">
                                          <p:stCondLst>
                                            <p:cond delay="0"/>
                                          </p:stCondLst>
                                        </p:cTn>
                                        <p:tgtEl>
                                          <p:spTgt spid="2646"/>
                                        </p:tgtEl>
                                        <p:attrNameLst>
                                          <p:attrName>style.visibility</p:attrName>
                                        </p:attrNameLst>
                                      </p:cBhvr>
                                      <p:to>
                                        <p:strVal val="visible"/>
                                      </p:to>
                                    </p:set>
                                    <p:animEffect transition="in" filter="fade">
                                      <p:cBhvr>
                                        <p:cTn id="25" dur="1000"/>
                                        <p:tgtEl>
                                          <p:spTgt spid="2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11">
          <a:extLst>
            <a:ext uri="{FF2B5EF4-FFF2-40B4-BE49-F238E27FC236}">
              <a16:creationId xmlns:a16="http://schemas.microsoft.com/office/drawing/2014/main" id="{C24C0480-1BD3-61BC-D71F-F3389DD0A417}"/>
            </a:ext>
          </a:extLst>
        </p:cNvPr>
        <p:cNvGrpSpPr/>
        <p:nvPr/>
      </p:nvGrpSpPr>
      <p:grpSpPr>
        <a:xfrm>
          <a:off x="0" y="0"/>
          <a:ext cx="0" cy="0"/>
          <a:chOff x="0" y="0"/>
          <a:chExt cx="0" cy="0"/>
        </a:xfrm>
      </p:grpSpPr>
      <p:sp>
        <p:nvSpPr>
          <p:cNvPr id="2618" name="Google Shape;2618;p60">
            <a:extLst>
              <a:ext uri="{FF2B5EF4-FFF2-40B4-BE49-F238E27FC236}">
                <a16:creationId xmlns:a16="http://schemas.microsoft.com/office/drawing/2014/main" id="{AD8FF123-F2CE-B752-A3E0-384C2ECC18F2}"/>
              </a:ext>
            </a:extLst>
          </p:cNvPr>
          <p:cNvSpPr txBox="1">
            <a:spLocks noGrp="1"/>
          </p:cNvSpPr>
          <p:nvPr>
            <p:ph type="title" idx="21"/>
          </p:nvPr>
        </p:nvSpPr>
        <p:spPr>
          <a:xfrm>
            <a:off x="563954" y="604020"/>
            <a:ext cx="7713000" cy="4206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dirty="0"/>
              <a:t>DATA SOURCE</a:t>
            </a:r>
            <a:endParaRPr dirty="0"/>
          </a:p>
        </p:txBody>
      </p:sp>
      <p:grpSp>
        <p:nvGrpSpPr>
          <p:cNvPr id="2637" name="Google Shape;2637;p60">
            <a:extLst>
              <a:ext uri="{FF2B5EF4-FFF2-40B4-BE49-F238E27FC236}">
                <a16:creationId xmlns:a16="http://schemas.microsoft.com/office/drawing/2014/main" id="{CC70A5D0-05AF-7C18-705E-96456895455C}"/>
              </a:ext>
            </a:extLst>
          </p:cNvPr>
          <p:cNvGrpSpPr/>
          <p:nvPr/>
        </p:nvGrpSpPr>
        <p:grpSpPr>
          <a:xfrm>
            <a:off x="7155218" y="722870"/>
            <a:ext cx="793256" cy="182899"/>
            <a:chOff x="2685575" y="2835950"/>
            <a:chExt cx="433000" cy="99825"/>
          </a:xfrm>
        </p:grpSpPr>
        <p:sp>
          <p:nvSpPr>
            <p:cNvPr id="2638" name="Google Shape;2638;p60">
              <a:extLst>
                <a:ext uri="{FF2B5EF4-FFF2-40B4-BE49-F238E27FC236}">
                  <a16:creationId xmlns:a16="http://schemas.microsoft.com/office/drawing/2014/main" id="{1D93938E-3063-DE42-D2CA-5F3B98237B44}"/>
                </a:ext>
              </a:extLst>
            </p:cNvPr>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60">
              <a:extLst>
                <a:ext uri="{FF2B5EF4-FFF2-40B4-BE49-F238E27FC236}">
                  <a16:creationId xmlns:a16="http://schemas.microsoft.com/office/drawing/2014/main" id="{E15B209C-4704-BEBD-0EC9-5182865C55CB}"/>
                </a:ext>
              </a:extLst>
            </p:cNvPr>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60">
              <a:extLst>
                <a:ext uri="{FF2B5EF4-FFF2-40B4-BE49-F238E27FC236}">
                  <a16:creationId xmlns:a16="http://schemas.microsoft.com/office/drawing/2014/main" id="{19B89F02-96A3-6FC2-7AE4-C1E2F4831947}"/>
                </a:ext>
              </a:extLst>
            </p:cNvPr>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60">
              <a:extLst>
                <a:ext uri="{FF2B5EF4-FFF2-40B4-BE49-F238E27FC236}">
                  <a16:creationId xmlns:a16="http://schemas.microsoft.com/office/drawing/2014/main" id="{93DCC0CF-81DD-B92F-2D4E-33AC899BC142}"/>
                </a:ext>
              </a:extLst>
            </p:cNvPr>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2" name="Google Shape;2642;p60">
            <a:extLst>
              <a:ext uri="{FF2B5EF4-FFF2-40B4-BE49-F238E27FC236}">
                <a16:creationId xmlns:a16="http://schemas.microsoft.com/office/drawing/2014/main" id="{19125A7D-2BC6-6F2D-25D1-10C5A144E958}"/>
              </a:ext>
            </a:extLst>
          </p:cNvPr>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60">
            <a:extLst>
              <a:ext uri="{FF2B5EF4-FFF2-40B4-BE49-F238E27FC236}">
                <a16:creationId xmlns:a16="http://schemas.microsoft.com/office/drawing/2014/main" id="{CBABC00E-EA6B-005E-9DA0-D64F6AA8D74C}"/>
              </a:ext>
            </a:extLst>
          </p:cNvPr>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60">
            <a:hlinkClick r:id="rId3" action="ppaction://hlinksldjump"/>
            <a:extLst>
              <a:ext uri="{FF2B5EF4-FFF2-40B4-BE49-F238E27FC236}">
                <a16:creationId xmlns:a16="http://schemas.microsoft.com/office/drawing/2014/main" id="{B0145FB6-A09B-2E18-11F4-79AD146FFB6A}"/>
              </a:ext>
            </a:extLst>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60">
            <a:hlinkClick r:id="" action="ppaction://hlinkshowjump?jump=previousslide"/>
            <a:extLst>
              <a:ext uri="{FF2B5EF4-FFF2-40B4-BE49-F238E27FC236}">
                <a16:creationId xmlns:a16="http://schemas.microsoft.com/office/drawing/2014/main" id="{5705668B-7381-A270-1F40-5C2586E798C8}"/>
              </a:ext>
            </a:extLst>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60">
            <a:hlinkClick r:id="" action="ppaction://hlinkshowjump?jump=nextslide"/>
            <a:extLst>
              <a:ext uri="{FF2B5EF4-FFF2-40B4-BE49-F238E27FC236}">
                <a16:creationId xmlns:a16="http://schemas.microsoft.com/office/drawing/2014/main" id="{157F9499-8B3B-4E49-BE4B-998A3F11E1F7}"/>
              </a:ext>
            </a:extLst>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 name="Picture 43">
            <a:extLst>
              <a:ext uri="{FF2B5EF4-FFF2-40B4-BE49-F238E27FC236}">
                <a16:creationId xmlns:a16="http://schemas.microsoft.com/office/drawing/2014/main" id="{E7392E84-EAD8-BD11-B3ED-BDCE5D2C1A79}"/>
              </a:ext>
            </a:extLst>
          </p:cNvPr>
          <p:cNvPicPr>
            <a:picLocks noChangeAspect="1"/>
          </p:cNvPicPr>
          <p:nvPr/>
        </p:nvPicPr>
        <p:blipFill>
          <a:blip r:embed="rId4"/>
          <a:stretch>
            <a:fillRect/>
          </a:stretch>
        </p:blipFill>
        <p:spPr>
          <a:xfrm>
            <a:off x="8039524" y="156250"/>
            <a:ext cx="974096" cy="895540"/>
          </a:xfrm>
          <a:prstGeom prst="rect">
            <a:avLst/>
          </a:prstGeom>
        </p:spPr>
      </p:pic>
      <p:sp>
        <p:nvSpPr>
          <p:cNvPr id="3" name="Subtitle 2">
            <a:extLst>
              <a:ext uri="{FF2B5EF4-FFF2-40B4-BE49-F238E27FC236}">
                <a16:creationId xmlns:a16="http://schemas.microsoft.com/office/drawing/2014/main" id="{84844823-48F7-E881-0798-8B9C451C6191}"/>
              </a:ext>
            </a:extLst>
          </p:cNvPr>
          <p:cNvSpPr>
            <a:spLocks noGrp="1"/>
          </p:cNvSpPr>
          <p:nvPr>
            <p:ph type="subTitle" idx="1"/>
          </p:nvPr>
        </p:nvSpPr>
        <p:spPr>
          <a:xfrm>
            <a:off x="824334" y="1262470"/>
            <a:ext cx="5789826" cy="2867570"/>
          </a:xfrm>
        </p:spPr>
        <p:txBody>
          <a:bodyPr/>
          <a:lstStyle/>
          <a:p>
            <a:r>
              <a:rPr lang="en-US" dirty="0"/>
              <a:t>Digital Egypt Pioneers Initiative (DIPE)</a:t>
            </a:r>
          </a:p>
          <a:p>
            <a:r>
              <a:rPr lang="en-US" dirty="0"/>
              <a:t>(Excel, csv)</a:t>
            </a:r>
            <a:endParaRPr lang="ar-SA" dirty="0"/>
          </a:p>
        </p:txBody>
      </p:sp>
    </p:spTree>
    <p:extLst>
      <p:ext uri="{BB962C8B-B14F-4D97-AF65-F5344CB8AC3E}">
        <p14:creationId xmlns:p14="http://schemas.microsoft.com/office/powerpoint/2010/main" val="2124137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618"/>
                                        </p:tgtEl>
                                        <p:attrNameLst>
                                          <p:attrName>style.visibility</p:attrName>
                                        </p:attrNameLst>
                                      </p:cBhvr>
                                      <p:to>
                                        <p:strVal val="visible"/>
                                      </p:to>
                                    </p:set>
                                    <p:anim calcmode="lin" valueType="num">
                                      <p:cBhvr additive="base">
                                        <p:cTn id="7" dur="1000"/>
                                        <p:tgtEl>
                                          <p:spTgt spid="2618"/>
                                        </p:tgtEl>
                                        <p:attrNameLst>
                                          <p:attrName>ppt_x</p:attrName>
                                        </p:attrNameLst>
                                      </p:cBhvr>
                                      <p:tavLst>
                                        <p:tav tm="0">
                                          <p:val>
                                            <p:strVal val="#ppt_x-1"/>
                                          </p:val>
                                        </p:tav>
                                        <p:tav tm="100000">
                                          <p:val>
                                            <p:strVal val="#ppt_x"/>
                                          </p:val>
                                        </p:tav>
                                      </p:tavLst>
                                    </p:anim>
                                  </p:childTnLst>
                                </p:cTn>
                              </p:par>
                              <p:par>
                                <p:cTn id="8" presetID="10" presetClass="entr" presetSubtype="0" fill="hold" nodeType="withEffect">
                                  <p:stCondLst>
                                    <p:cond delay="0"/>
                                  </p:stCondLst>
                                  <p:childTnLst>
                                    <p:set>
                                      <p:cBhvr>
                                        <p:cTn id="9" dur="1" fill="hold">
                                          <p:stCondLst>
                                            <p:cond delay="0"/>
                                          </p:stCondLst>
                                        </p:cTn>
                                        <p:tgtEl>
                                          <p:spTgt spid="2642"/>
                                        </p:tgtEl>
                                        <p:attrNameLst>
                                          <p:attrName>style.visibility</p:attrName>
                                        </p:attrNameLst>
                                      </p:cBhvr>
                                      <p:to>
                                        <p:strVal val="visible"/>
                                      </p:to>
                                    </p:set>
                                    <p:animEffect transition="in" filter="fade">
                                      <p:cBhvr>
                                        <p:cTn id="10" dur="1000"/>
                                        <p:tgtEl>
                                          <p:spTgt spid="2642"/>
                                        </p:tgtEl>
                                      </p:cBhvr>
                                    </p:animEffect>
                                  </p:childTnLst>
                                </p:cTn>
                              </p:par>
                              <p:par>
                                <p:cTn id="11" presetID="10" presetClass="entr" presetSubtype="0" fill="hold" nodeType="withEffect">
                                  <p:stCondLst>
                                    <p:cond delay="0"/>
                                  </p:stCondLst>
                                  <p:childTnLst>
                                    <p:set>
                                      <p:cBhvr>
                                        <p:cTn id="12" dur="1" fill="hold">
                                          <p:stCondLst>
                                            <p:cond delay="0"/>
                                          </p:stCondLst>
                                        </p:cTn>
                                        <p:tgtEl>
                                          <p:spTgt spid="2643"/>
                                        </p:tgtEl>
                                        <p:attrNameLst>
                                          <p:attrName>style.visibility</p:attrName>
                                        </p:attrNameLst>
                                      </p:cBhvr>
                                      <p:to>
                                        <p:strVal val="visible"/>
                                      </p:to>
                                    </p:set>
                                    <p:animEffect transition="in" filter="fade">
                                      <p:cBhvr>
                                        <p:cTn id="13" dur="1000"/>
                                        <p:tgtEl>
                                          <p:spTgt spid="2643"/>
                                        </p:tgtEl>
                                      </p:cBhvr>
                                    </p:animEffect>
                                  </p:childTnLst>
                                </p:cTn>
                              </p:par>
                              <p:par>
                                <p:cTn id="14" presetID="10" presetClass="entr" presetSubtype="0" fill="hold" nodeType="withEffect">
                                  <p:stCondLst>
                                    <p:cond delay="0"/>
                                  </p:stCondLst>
                                  <p:childTnLst>
                                    <p:set>
                                      <p:cBhvr>
                                        <p:cTn id="15" dur="1" fill="hold">
                                          <p:stCondLst>
                                            <p:cond delay="0"/>
                                          </p:stCondLst>
                                        </p:cTn>
                                        <p:tgtEl>
                                          <p:spTgt spid="2644"/>
                                        </p:tgtEl>
                                        <p:attrNameLst>
                                          <p:attrName>style.visibility</p:attrName>
                                        </p:attrNameLst>
                                      </p:cBhvr>
                                      <p:to>
                                        <p:strVal val="visible"/>
                                      </p:to>
                                    </p:set>
                                    <p:animEffect transition="in" filter="fade">
                                      <p:cBhvr>
                                        <p:cTn id="16" dur="1000"/>
                                        <p:tgtEl>
                                          <p:spTgt spid="2644"/>
                                        </p:tgtEl>
                                      </p:cBhvr>
                                    </p:animEffect>
                                  </p:childTnLst>
                                </p:cTn>
                              </p:par>
                              <p:par>
                                <p:cTn id="17" presetID="10" presetClass="entr" presetSubtype="0" fill="hold" nodeType="withEffect">
                                  <p:stCondLst>
                                    <p:cond delay="0"/>
                                  </p:stCondLst>
                                  <p:childTnLst>
                                    <p:set>
                                      <p:cBhvr>
                                        <p:cTn id="18" dur="1" fill="hold">
                                          <p:stCondLst>
                                            <p:cond delay="0"/>
                                          </p:stCondLst>
                                        </p:cTn>
                                        <p:tgtEl>
                                          <p:spTgt spid="2645"/>
                                        </p:tgtEl>
                                        <p:attrNameLst>
                                          <p:attrName>style.visibility</p:attrName>
                                        </p:attrNameLst>
                                      </p:cBhvr>
                                      <p:to>
                                        <p:strVal val="visible"/>
                                      </p:to>
                                    </p:set>
                                    <p:animEffect transition="in" filter="fade">
                                      <p:cBhvr>
                                        <p:cTn id="19" dur="1000"/>
                                        <p:tgtEl>
                                          <p:spTgt spid="2645"/>
                                        </p:tgtEl>
                                      </p:cBhvr>
                                    </p:animEffect>
                                  </p:childTnLst>
                                </p:cTn>
                              </p:par>
                              <p:par>
                                <p:cTn id="20" presetID="10" presetClass="entr" presetSubtype="0" fill="hold" nodeType="withEffect">
                                  <p:stCondLst>
                                    <p:cond delay="0"/>
                                  </p:stCondLst>
                                  <p:childTnLst>
                                    <p:set>
                                      <p:cBhvr>
                                        <p:cTn id="21" dur="1" fill="hold">
                                          <p:stCondLst>
                                            <p:cond delay="0"/>
                                          </p:stCondLst>
                                        </p:cTn>
                                        <p:tgtEl>
                                          <p:spTgt spid="2646"/>
                                        </p:tgtEl>
                                        <p:attrNameLst>
                                          <p:attrName>style.visibility</p:attrName>
                                        </p:attrNameLst>
                                      </p:cBhvr>
                                      <p:to>
                                        <p:strVal val="visible"/>
                                      </p:to>
                                    </p:set>
                                    <p:animEffect transition="in" filter="fade">
                                      <p:cBhvr>
                                        <p:cTn id="22" dur="1000"/>
                                        <p:tgtEl>
                                          <p:spTgt spid="2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50"/>
        <p:cNvGrpSpPr/>
        <p:nvPr/>
      </p:nvGrpSpPr>
      <p:grpSpPr>
        <a:xfrm>
          <a:off x="0" y="0"/>
          <a:ext cx="0" cy="0"/>
          <a:chOff x="0" y="0"/>
          <a:chExt cx="0" cy="0"/>
        </a:xfrm>
      </p:grpSpPr>
      <p:sp>
        <p:nvSpPr>
          <p:cNvPr id="2655" name="Google Shape;2655;p61"/>
          <p:cNvSpPr txBox="1">
            <a:spLocks noGrp="1"/>
          </p:cNvSpPr>
          <p:nvPr>
            <p:ph type="title" idx="17"/>
          </p:nvPr>
        </p:nvSpPr>
        <p:spPr>
          <a:xfrm>
            <a:off x="715500" y="538250"/>
            <a:ext cx="7713000" cy="4206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dirty="0"/>
              <a:t>PROJECT AGENDA</a:t>
            </a:r>
            <a:endParaRPr dirty="0"/>
          </a:p>
        </p:txBody>
      </p:sp>
      <p:grpSp>
        <p:nvGrpSpPr>
          <p:cNvPr id="2668" name="Google Shape;2668;p61"/>
          <p:cNvGrpSpPr/>
          <p:nvPr/>
        </p:nvGrpSpPr>
        <p:grpSpPr>
          <a:xfrm>
            <a:off x="7635233" y="3899371"/>
            <a:ext cx="793256" cy="182899"/>
            <a:chOff x="2685575" y="2835950"/>
            <a:chExt cx="433000" cy="99825"/>
          </a:xfrm>
        </p:grpSpPr>
        <p:sp>
          <p:nvSpPr>
            <p:cNvPr id="2669" name="Google Shape;2669;p61"/>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61"/>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61"/>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61"/>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73" name="Google Shape;2673;p61"/>
          <p:cNvSpPr/>
          <p:nvPr/>
        </p:nvSpPr>
        <p:spPr>
          <a:xfrm>
            <a:off x="8719899" y="2303260"/>
            <a:ext cx="825452" cy="1673688"/>
          </a:xfrm>
          <a:custGeom>
            <a:avLst/>
            <a:gdLst/>
            <a:ahLst/>
            <a:cxnLst/>
            <a:rect l="l" t="t" r="r" b="b"/>
            <a:pathLst>
              <a:path w="16883" h="34232" fill="none" extrusionOk="0">
                <a:moveTo>
                  <a:pt x="16882" y="34232"/>
                </a:moveTo>
                <a:cubicBezTo>
                  <a:pt x="7517" y="34109"/>
                  <a:pt x="1" y="26494"/>
                  <a:pt x="1" y="17129"/>
                </a:cubicBezTo>
                <a:cubicBezTo>
                  <a:pt x="1" y="7764"/>
                  <a:pt x="7517" y="124"/>
                  <a:pt x="16882" y="1"/>
                </a:cubicBezTo>
              </a:path>
            </a:pathLst>
          </a:custGeom>
          <a:noFill/>
          <a:ln w="85025" cap="flat" cmpd="sng">
            <a:solidFill>
              <a:schemeClr val="lt1"/>
            </a:solidFill>
            <a:prstDash val="solid"/>
            <a:miter lim="246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61"/>
          <p:cNvSpPr/>
          <p:nvPr/>
        </p:nvSpPr>
        <p:spPr>
          <a:xfrm>
            <a:off x="-250894" y="2591052"/>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2675" name="Google Shape;2675;p61"/>
          <p:cNvPicPr preferRelativeResize="0"/>
          <p:nvPr/>
        </p:nvPicPr>
        <p:blipFill>
          <a:blip r:embed="rId3">
            <a:alphaModFix/>
          </a:blip>
          <a:stretch>
            <a:fillRect/>
          </a:stretch>
        </p:blipFill>
        <p:spPr>
          <a:xfrm>
            <a:off x="5578578" y="-1375011"/>
            <a:ext cx="2527512" cy="2681250"/>
          </a:xfrm>
          <a:prstGeom prst="rect">
            <a:avLst/>
          </a:prstGeom>
          <a:noFill/>
          <a:ln>
            <a:noFill/>
          </a:ln>
        </p:spPr>
      </p:pic>
      <p:sp>
        <p:nvSpPr>
          <p:cNvPr id="2677" name="Google Shape;2677;p61"/>
          <p:cNvSpPr/>
          <p:nvPr/>
        </p:nvSpPr>
        <p:spPr>
          <a:xfrm>
            <a:off x="7770424" y="4641864"/>
            <a:ext cx="356100" cy="356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61"/>
          <p:cNvSpPr/>
          <p:nvPr/>
        </p:nvSpPr>
        <p:spPr>
          <a:xfrm rot="-5400000">
            <a:off x="7837924" y="4715039"/>
            <a:ext cx="221100" cy="182100"/>
          </a:xfrm>
          <a:prstGeom prst="homePlat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61">
            <a:hlinkClick r:id="rId4" action="ppaction://hlinksldjump"/>
          </p:cNvPr>
          <p:cNvSpPr/>
          <p:nvPr/>
        </p:nvSpPr>
        <p:spPr>
          <a:xfrm>
            <a:off x="7770424" y="4641864"/>
            <a:ext cx="356100" cy="356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61">
            <a:hlinkClick r:id="" action="ppaction://hlinkshowjump?jump=previousslide"/>
          </p:cNvPr>
          <p:cNvSpPr/>
          <p:nvPr/>
        </p:nvSpPr>
        <p:spPr>
          <a:xfrm>
            <a:off x="7462717" y="4728472"/>
            <a:ext cx="158147" cy="182899"/>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61">
            <a:hlinkClick r:id="" action="ppaction://hlinkshowjump?jump=nextslide"/>
          </p:cNvPr>
          <p:cNvSpPr/>
          <p:nvPr/>
        </p:nvSpPr>
        <p:spPr>
          <a:xfrm flipH="1">
            <a:off x="8276954" y="4728472"/>
            <a:ext cx="157277" cy="182899"/>
          </a:xfrm>
          <a:custGeom>
            <a:avLst/>
            <a:gdLst/>
            <a:ahLst/>
            <a:cxnLst/>
            <a:rect l="l" t="t" r="r" b="b"/>
            <a:pathLst>
              <a:path w="3434" h="3993" extrusionOk="0">
                <a:moveTo>
                  <a:pt x="3434" y="0"/>
                </a:moveTo>
                <a:lnTo>
                  <a:pt x="1" y="2006"/>
                </a:lnTo>
                <a:lnTo>
                  <a:pt x="3434" y="3993"/>
                </a:lnTo>
                <a:lnTo>
                  <a:pt x="34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 name="Group 51">
            <a:extLst>
              <a:ext uri="{FF2B5EF4-FFF2-40B4-BE49-F238E27FC236}">
                <a16:creationId xmlns:a16="http://schemas.microsoft.com/office/drawing/2014/main" id="{19D76ECF-9D3F-258E-B5FB-2418647A4336}"/>
              </a:ext>
            </a:extLst>
          </p:cNvPr>
          <p:cNvGrpSpPr/>
          <p:nvPr/>
        </p:nvGrpSpPr>
        <p:grpSpPr>
          <a:xfrm>
            <a:off x="476098" y="1708492"/>
            <a:ext cx="7952391" cy="1805187"/>
            <a:chOff x="807319" y="1786952"/>
            <a:chExt cx="7952391" cy="1805187"/>
          </a:xfrm>
        </p:grpSpPr>
        <p:sp>
          <p:nvSpPr>
            <p:cNvPr id="25" name="Google Shape;7107;p119">
              <a:extLst>
                <a:ext uri="{FF2B5EF4-FFF2-40B4-BE49-F238E27FC236}">
                  <a16:creationId xmlns:a16="http://schemas.microsoft.com/office/drawing/2014/main" id="{FC890539-EC19-F791-C923-D88CE3862078}"/>
                </a:ext>
              </a:extLst>
            </p:cNvPr>
            <p:cNvSpPr/>
            <p:nvPr/>
          </p:nvSpPr>
          <p:spPr>
            <a:xfrm>
              <a:off x="2194683" y="1789743"/>
              <a:ext cx="1297248" cy="903710"/>
            </a:xfrm>
            <a:prstGeom prst="round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lt1"/>
                </a:solidFill>
                <a:latin typeface="Aldrich"/>
                <a:ea typeface="Aldrich"/>
                <a:cs typeface="Aldrich"/>
                <a:sym typeface="Aldrich"/>
              </a:endParaRPr>
            </a:p>
          </p:txBody>
        </p:sp>
        <p:sp>
          <p:nvSpPr>
            <p:cNvPr id="26" name="Google Shape;7108;p119">
              <a:extLst>
                <a:ext uri="{FF2B5EF4-FFF2-40B4-BE49-F238E27FC236}">
                  <a16:creationId xmlns:a16="http://schemas.microsoft.com/office/drawing/2014/main" id="{F9DAE1E3-FAD1-501B-BB47-82477AF53396}"/>
                </a:ext>
              </a:extLst>
            </p:cNvPr>
            <p:cNvSpPr/>
            <p:nvPr/>
          </p:nvSpPr>
          <p:spPr>
            <a:xfrm>
              <a:off x="3494567" y="2688336"/>
              <a:ext cx="1297228" cy="903803"/>
            </a:xfrm>
            <a:prstGeom prst="round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109;p119">
              <a:extLst>
                <a:ext uri="{FF2B5EF4-FFF2-40B4-BE49-F238E27FC236}">
                  <a16:creationId xmlns:a16="http://schemas.microsoft.com/office/drawing/2014/main" id="{F4F1B7BD-DE8A-4F62-CEDA-9D600B773C89}"/>
                </a:ext>
              </a:extLst>
            </p:cNvPr>
            <p:cNvSpPr/>
            <p:nvPr/>
          </p:nvSpPr>
          <p:spPr>
            <a:xfrm>
              <a:off x="4794451" y="1786952"/>
              <a:ext cx="1297228" cy="903803"/>
            </a:xfrm>
            <a:prstGeom prst="round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110;p119">
              <a:extLst>
                <a:ext uri="{FF2B5EF4-FFF2-40B4-BE49-F238E27FC236}">
                  <a16:creationId xmlns:a16="http://schemas.microsoft.com/office/drawing/2014/main" id="{03D02F9A-B494-5116-C692-9A805FF0CF6E}"/>
                </a:ext>
              </a:extLst>
            </p:cNvPr>
            <p:cNvSpPr/>
            <p:nvPr/>
          </p:nvSpPr>
          <p:spPr>
            <a:xfrm>
              <a:off x="894801" y="2688336"/>
              <a:ext cx="1297228" cy="903803"/>
            </a:xfrm>
            <a:prstGeom prst="round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111;p119">
              <a:extLst>
                <a:ext uri="{FF2B5EF4-FFF2-40B4-BE49-F238E27FC236}">
                  <a16:creationId xmlns:a16="http://schemas.microsoft.com/office/drawing/2014/main" id="{8C5E0C4F-DD94-B70D-CF11-AE553B8855EF}"/>
                </a:ext>
              </a:extLst>
            </p:cNvPr>
            <p:cNvSpPr txBox="1"/>
            <p:nvPr/>
          </p:nvSpPr>
          <p:spPr>
            <a:xfrm flipH="1">
              <a:off x="4730106" y="2304168"/>
              <a:ext cx="1442197" cy="29358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500" dirty="0">
                  <a:solidFill>
                    <a:schemeClr val="lt1"/>
                  </a:solidFill>
                  <a:latin typeface="Bai Jamjuree"/>
                  <a:ea typeface="Bai Jamjuree"/>
                  <a:cs typeface="Bai Jamjuree"/>
                  <a:sym typeface="Bai Jamjuree"/>
                </a:rPr>
                <a:t>Visual Sample</a:t>
              </a:r>
              <a:endParaRPr sz="1500" dirty="0">
                <a:solidFill>
                  <a:srgbClr val="000000"/>
                </a:solidFill>
                <a:latin typeface="Lato"/>
                <a:ea typeface="Lato"/>
                <a:cs typeface="Lato"/>
                <a:sym typeface="Lato"/>
              </a:endParaRPr>
            </a:p>
            <a:p>
              <a:pPr marL="0" lvl="0" indent="0" algn="ctr" rtl="0">
                <a:spcBef>
                  <a:spcPts val="0"/>
                </a:spcBef>
                <a:spcAft>
                  <a:spcPts val="0"/>
                </a:spcAft>
                <a:buNone/>
              </a:pPr>
              <a:endParaRPr sz="1500" dirty="0">
                <a:solidFill>
                  <a:srgbClr val="000000"/>
                </a:solidFill>
                <a:latin typeface="Abel"/>
                <a:ea typeface="Abel"/>
                <a:cs typeface="Abel"/>
                <a:sym typeface="Abel"/>
              </a:endParaRPr>
            </a:p>
          </p:txBody>
        </p:sp>
        <p:sp>
          <p:nvSpPr>
            <p:cNvPr id="30" name="Google Shape;7112;p119">
              <a:extLst>
                <a:ext uri="{FF2B5EF4-FFF2-40B4-BE49-F238E27FC236}">
                  <a16:creationId xmlns:a16="http://schemas.microsoft.com/office/drawing/2014/main" id="{2BA3F8B2-812A-D634-BF1E-A29493B27B52}"/>
                </a:ext>
              </a:extLst>
            </p:cNvPr>
            <p:cNvSpPr txBox="1"/>
            <p:nvPr/>
          </p:nvSpPr>
          <p:spPr>
            <a:xfrm flipH="1">
              <a:off x="4852228" y="1901661"/>
              <a:ext cx="1197954" cy="224362"/>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300" dirty="0">
                  <a:solidFill>
                    <a:schemeClr val="dk2"/>
                  </a:solidFill>
                  <a:latin typeface="Aldrich"/>
                  <a:ea typeface="Aldrich"/>
                  <a:cs typeface="Aldrich"/>
                  <a:sym typeface="Aldrich"/>
                </a:rPr>
                <a:t>04</a:t>
              </a:r>
            </a:p>
          </p:txBody>
        </p:sp>
        <p:sp>
          <p:nvSpPr>
            <p:cNvPr id="31" name="Google Shape;7113;p119">
              <a:extLst>
                <a:ext uri="{FF2B5EF4-FFF2-40B4-BE49-F238E27FC236}">
                  <a16:creationId xmlns:a16="http://schemas.microsoft.com/office/drawing/2014/main" id="{0D252E84-EA70-7E97-771F-306D26ADA4E0}"/>
                </a:ext>
              </a:extLst>
            </p:cNvPr>
            <p:cNvSpPr txBox="1"/>
            <p:nvPr/>
          </p:nvSpPr>
          <p:spPr>
            <a:xfrm flipH="1">
              <a:off x="3426374" y="3117775"/>
              <a:ext cx="1442197" cy="45623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500" dirty="0">
                  <a:solidFill>
                    <a:schemeClr val="lt1"/>
                  </a:solidFill>
                  <a:latin typeface="Bai Jamjuree"/>
                  <a:ea typeface="Bai Jamjuree"/>
                  <a:cs typeface="Bai Jamjuree"/>
                  <a:sym typeface="Bai Jamjuree"/>
                </a:rPr>
                <a:t>DAX</a:t>
              </a:r>
              <a:endParaRPr sz="1500" dirty="0">
                <a:solidFill>
                  <a:schemeClr val="lt1"/>
                </a:solidFill>
                <a:latin typeface="Lato"/>
                <a:ea typeface="Lato"/>
                <a:cs typeface="Lato"/>
                <a:sym typeface="Lato"/>
              </a:endParaRPr>
            </a:p>
            <a:p>
              <a:pPr marL="0" lvl="0" indent="0" algn="ctr" rtl="0">
                <a:spcBef>
                  <a:spcPts val="0"/>
                </a:spcBef>
                <a:spcAft>
                  <a:spcPts val="0"/>
                </a:spcAft>
                <a:buNone/>
              </a:pPr>
              <a:endParaRPr sz="1500" dirty="0">
                <a:solidFill>
                  <a:schemeClr val="lt1"/>
                </a:solidFill>
                <a:latin typeface="Abel"/>
                <a:ea typeface="Abel"/>
                <a:cs typeface="Abel"/>
                <a:sym typeface="Abel"/>
              </a:endParaRPr>
            </a:p>
          </p:txBody>
        </p:sp>
        <p:sp>
          <p:nvSpPr>
            <p:cNvPr id="32" name="Google Shape;7114;p119">
              <a:extLst>
                <a:ext uri="{FF2B5EF4-FFF2-40B4-BE49-F238E27FC236}">
                  <a16:creationId xmlns:a16="http://schemas.microsoft.com/office/drawing/2014/main" id="{367A4FCD-3468-FDEE-4C43-DC91A1B6B021}"/>
                </a:ext>
              </a:extLst>
            </p:cNvPr>
            <p:cNvSpPr txBox="1"/>
            <p:nvPr/>
          </p:nvSpPr>
          <p:spPr>
            <a:xfrm flipH="1">
              <a:off x="3584864" y="2833331"/>
              <a:ext cx="1098769" cy="187837"/>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300" dirty="0">
                  <a:solidFill>
                    <a:schemeClr val="dk2"/>
                  </a:solidFill>
                  <a:latin typeface="Aldrich"/>
                  <a:ea typeface="Aldrich"/>
                  <a:cs typeface="Aldrich"/>
                  <a:sym typeface="Aldrich"/>
                </a:rPr>
                <a:t>03</a:t>
              </a:r>
            </a:p>
          </p:txBody>
        </p:sp>
        <p:sp>
          <p:nvSpPr>
            <p:cNvPr id="33" name="Google Shape;7115;p119">
              <a:extLst>
                <a:ext uri="{FF2B5EF4-FFF2-40B4-BE49-F238E27FC236}">
                  <a16:creationId xmlns:a16="http://schemas.microsoft.com/office/drawing/2014/main" id="{6E162FBC-2EEB-CA64-4C50-343A7A948A7D}"/>
                </a:ext>
              </a:extLst>
            </p:cNvPr>
            <p:cNvSpPr txBox="1"/>
            <p:nvPr/>
          </p:nvSpPr>
          <p:spPr>
            <a:xfrm flipH="1">
              <a:off x="2158149" y="2196734"/>
              <a:ext cx="1388794" cy="44864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500" dirty="0">
                  <a:solidFill>
                    <a:schemeClr val="lt1"/>
                  </a:solidFill>
                  <a:latin typeface="Bai Jamjuree"/>
                  <a:ea typeface="Bai Jamjuree"/>
                  <a:cs typeface="Bai Jamjuree"/>
                  <a:sym typeface="Bai Jamjuree"/>
                </a:rPr>
                <a:t>Data Modelling </a:t>
              </a:r>
              <a:endParaRPr lang="en-GB" sz="1500" dirty="0">
                <a:solidFill>
                  <a:srgbClr val="000000"/>
                </a:solidFill>
                <a:latin typeface="Lato"/>
                <a:ea typeface="Lato"/>
                <a:cs typeface="Lato"/>
                <a:sym typeface="Lato"/>
              </a:endParaRPr>
            </a:p>
            <a:p>
              <a:pPr marL="0" lvl="0" indent="0" algn="ctr" rtl="0">
                <a:spcBef>
                  <a:spcPts val="0"/>
                </a:spcBef>
                <a:spcAft>
                  <a:spcPts val="0"/>
                </a:spcAft>
                <a:buNone/>
              </a:pPr>
              <a:endParaRPr sz="800" dirty="0">
                <a:latin typeface="Abel"/>
                <a:ea typeface="Abel"/>
                <a:cs typeface="Abel"/>
                <a:sym typeface="Abel"/>
              </a:endParaRPr>
            </a:p>
          </p:txBody>
        </p:sp>
        <p:sp>
          <p:nvSpPr>
            <p:cNvPr id="34" name="Google Shape;7116;p119">
              <a:extLst>
                <a:ext uri="{FF2B5EF4-FFF2-40B4-BE49-F238E27FC236}">
                  <a16:creationId xmlns:a16="http://schemas.microsoft.com/office/drawing/2014/main" id="{DADC5357-E9C6-2207-FB8F-499B7909906E}"/>
                </a:ext>
              </a:extLst>
            </p:cNvPr>
            <p:cNvSpPr txBox="1"/>
            <p:nvPr/>
          </p:nvSpPr>
          <p:spPr>
            <a:xfrm flipH="1">
              <a:off x="2289788" y="1938272"/>
              <a:ext cx="1098839" cy="187751"/>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300" dirty="0">
                  <a:solidFill>
                    <a:schemeClr val="dk2"/>
                  </a:solidFill>
                  <a:latin typeface="Aldrich"/>
                  <a:ea typeface="Aldrich"/>
                  <a:cs typeface="Aldrich"/>
                  <a:sym typeface="Aldrich"/>
                </a:rPr>
                <a:t>02</a:t>
              </a:r>
            </a:p>
          </p:txBody>
        </p:sp>
        <p:sp>
          <p:nvSpPr>
            <p:cNvPr id="35" name="Google Shape;7117;p119">
              <a:extLst>
                <a:ext uri="{FF2B5EF4-FFF2-40B4-BE49-F238E27FC236}">
                  <a16:creationId xmlns:a16="http://schemas.microsoft.com/office/drawing/2014/main" id="{D1C56B2C-D032-3A18-3313-044C65AB477E}"/>
                </a:ext>
              </a:extLst>
            </p:cNvPr>
            <p:cNvSpPr txBox="1"/>
            <p:nvPr/>
          </p:nvSpPr>
          <p:spPr>
            <a:xfrm flipH="1">
              <a:off x="807319" y="3107134"/>
              <a:ext cx="1472191" cy="45623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500" dirty="0">
                  <a:solidFill>
                    <a:schemeClr val="lt1"/>
                  </a:solidFill>
                  <a:latin typeface="Bai Jamjuree"/>
                  <a:ea typeface="Bai Jamjuree"/>
                  <a:cs typeface="Bai Jamjuree"/>
                  <a:sym typeface="Bai Jamjuree"/>
                </a:rPr>
                <a:t>Data</a:t>
              </a:r>
            </a:p>
            <a:p>
              <a:pPr marL="0" lvl="0" indent="0" algn="ctr" rtl="0">
                <a:spcBef>
                  <a:spcPts val="0"/>
                </a:spcBef>
                <a:spcAft>
                  <a:spcPts val="0"/>
                </a:spcAft>
                <a:buNone/>
              </a:pPr>
              <a:r>
                <a:rPr lang="tr-TR" sz="1500" dirty="0">
                  <a:solidFill>
                    <a:schemeClr val="lt1"/>
                  </a:solidFill>
                  <a:latin typeface="Bai Jamjuree"/>
                  <a:ea typeface="Bai Jamjuree"/>
                  <a:cs typeface="Bai Jamjuree"/>
                  <a:sym typeface="Bai Jamjuree"/>
                </a:rPr>
                <a:t> </a:t>
              </a:r>
              <a:r>
                <a:rPr lang="en-US" sz="1500" dirty="0">
                  <a:solidFill>
                    <a:schemeClr val="lt1"/>
                  </a:solidFill>
                  <a:latin typeface="Bai Jamjuree"/>
                  <a:ea typeface="Bai Jamjuree"/>
                  <a:cs typeface="Bai Jamjuree"/>
                  <a:sym typeface="Bai Jamjuree"/>
                </a:rPr>
                <a:t>Cleaning</a:t>
              </a:r>
              <a:r>
                <a:rPr lang="tr-TR" sz="1500" dirty="0">
                  <a:solidFill>
                    <a:schemeClr val="lt1"/>
                  </a:solidFill>
                  <a:latin typeface="Bai Jamjuree"/>
                  <a:ea typeface="Bai Jamjuree"/>
                  <a:cs typeface="Bai Jamjuree"/>
                  <a:sym typeface="Bai Jamjuree"/>
                </a:rPr>
                <a:t> </a:t>
              </a:r>
              <a:endParaRPr lang="en-GB" sz="1500" dirty="0">
                <a:solidFill>
                  <a:schemeClr val="lt1"/>
                </a:solidFill>
                <a:latin typeface="Lato"/>
                <a:ea typeface="Lato"/>
                <a:cs typeface="Lato"/>
                <a:sym typeface="Lato"/>
              </a:endParaRPr>
            </a:p>
            <a:p>
              <a:pPr marL="0" lvl="0" indent="0" algn="ctr" rtl="0">
                <a:spcBef>
                  <a:spcPts val="0"/>
                </a:spcBef>
                <a:spcAft>
                  <a:spcPts val="0"/>
                </a:spcAft>
                <a:buNone/>
              </a:pPr>
              <a:endParaRPr sz="800" dirty="0">
                <a:solidFill>
                  <a:schemeClr val="lt1"/>
                </a:solidFill>
                <a:latin typeface="Abel"/>
                <a:ea typeface="Abel"/>
                <a:cs typeface="Abel"/>
                <a:sym typeface="Abel"/>
              </a:endParaRPr>
            </a:p>
          </p:txBody>
        </p:sp>
        <p:sp>
          <p:nvSpPr>
            <p:cNvPr id="36" name="Google Shape;7118;p119">
              <a:extLst>
                <a:ext uri="{FF2B5EF4-FFF2-40B4-BE49-F238E27FC236}">
                  <a16:creationId xmlns:a16="http://schemas.microsoft.com/office/drawing/2014/main" id="{48EE24BC-0702-92A2-CA05-D4477E47EA3E}"/>
                </a:ext>
              </a:extLst>
            </p:cNvPr>
            <p:cNvSpPr txBox="1"/>
            <p:nvPr/>
          </p:nvSpPr>
          <p:spPr>
            <a:xfrm flipH="1">
              <a:off x="994075" y="2833384"/>
              <a:ext cx="1098769" cy="187837"/>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300" dirty="0">
                  <a:solidFill>
                    <a:schemeClr val="dk2"/>
                  </a:solidFill>
                  <a:latin typeface="Aldrich"/>
                  <a:ea typeface="Aldrich"/>
                  <a:cs typeface="Aldrich"/>
                  <a:sym typeface="Aldrich"/>
                </a:rPr>
                <a:t>01</a:t>
              </a:r>
              <a:endParaRPr sz="1300" b="1" dirty="0">
                <a:solidFill>
                  <a:schemeClr val="dk2"/>
                </a:solidFill>
                <a:latin typeface="Merriweather"/>
                <a:ea typeface="Merriweather"/>
                <a:cs typeface="Merriweather"/>
                <a:sym typeface="Merriweather"/>
              </a:endParaRPr>
            </a:p>
          </p:txBody>
        </p:sp>
        <p:cxnSp>
          <p:nvCxnSpPr>
            <p:cNvPr id="37" name="Google Shape;7119;p119">
              <a:extLst>
                <a:ext uri="{FF2B5EF4-FFF2-40B4-BE49-F238E27FC236}">
                  <a16:creationId xmlns:a16="http://schemas.microsoft.com/office/drawing/2014/main" id="{DA83253C-7F8C-9394-4997-3515CA576331}"/>
                </a:ext>
              </a:extLst>
            </p:cNvPr>
            <p:cNvCxnSpPr/>
            <p:nvPr/>
          </p:nvCxnSpPr>
          <p:spPr>
            <a:xfrm rot="10800000" flipH="1">
              <a:off x="2189844" y="2693322"/>
              <a:ext cx="649364" cy="452843"/>
            </a:xfrm>
            <a:prstGeom prst="bentConnector3">
              <a:avLst>
                <a:gd name="adj1" fmla="val 99663"/>
              </a:avLst>
            </a:prstGeom>
            <a:noFill/>
            <a:ln w="9525" cap="flat" cmpd="sng">
              <a:solidFill>
                <a:schemeClr val="lt1"/>
              </a:solidFill>
              <a:prstDash val="solid"/>
              <a:round/>
              <a:headEnd type="none" w="med" len="med"/>
              <a:tailEnd type="triangle" w="med" len="med"/>
            </a:ln>
          </p:spPr>
        </p:cxnSp>
        <p:cxnSp>
          <p:nvCxnSpPr>
            <p:cNvPr id="38" name="Google Shape;7120;p119">
              <a:extLst>
                <a:ext uri="{FF2B5EF4-FFF2-40B4-BE49-F238E27FC236}">
                  <a16:creationId xmlns:a16="http://schemas.microsoft.com/office/drawing/2014/main" id="{B5E12BCA-7413-D710-0FB3-435B89338205}"/>
                </a:ext>
              </a:extLst>
            </p:cNvPr>
            <p:cNvCxnSpPr/>
            <p:nvPr/>
          </p:nvCxnSpPr>
          <p:spPr>
            <a:xfrm rot="16200000" flipH="1">
              <a:off x="3569597" y="2114752"/>
              <a:ext cx="507801" cy="639366"/>
            </a:xfrm>
            <a:prstGeom prst="bentConnector3">
              <a:avLst>
                <a:gd name="adj1" fmla="val -1090"/>
              </a:avLst>
            </a:prstGeom>
            <a:noFill/>
            <a:ln w="9525" cap="flat" cmpd="sng">
              <a:solidFill>
                <a:schemeClr val="lt1"/>
              </a:solidFill>
              <a:prstDash val="solid"/>
              <a:round/>
              <a:headEnd type="none" w="med" len="med"/>
              <a:tailEnd type="triangle" w="med" len="med"/>
            </a:ln>
          </p:spPr>
        </p:cxnSp>
        <p:cxnSp>
          <p:nvCxnSpPr>
            <p:cNvPr id="39" name="Google Shape;7121;p119">
              <a:extLst>
                <a:ext uri="{FF2B5EF4-FFF2-40B4-BE49-F238E27FC236}">
                  <a16:creationId xmlns:a16="http://schemas.microsoft.com/office/drawing/2014/main" id="{F7C9B9FD-8556-2050-E34F-D5EF345A12A9}"/>
                </a:ext>
              </a:extLst>
            </p:cNvPr>
            <p:cNvCxnSpPr/>
            <p:nvPr/>
          </p:nvCxnSpPr>
          <p:spPr>
            <a:xfrm rot="10800000" flipH="1">
              <a:off x="4801842" y="2700828"/>
              <a:ext cx="649364" cy="452843"/>
            </a:xfrm>
            <a:prstGeom prst="bentConnector2">
              <a:avLst/>
            </a:prstGeom>
            <a:noFill/>
            <a:ln w="9525" cap="flat" cmpd="sng">
              <a:solidFill>
                <a:schemeClr val="lt1"/>
              </a:solidFill>
              <a:prstDash val="solid"/>
              <a:round/>
              <a:headEnd type="none" w="med" len="med"/>
              <a:tailEnd type="triangle" w="med" len="med"/>
            </a:ln>
          </p:spPr>
        </p:cxnSp>
        <p:sp>
          <p:nvSpPr>
            <p:cNvPr id="40" name="Google Shape;7109;p119">
              <a:extLst>
                <a:ext uri="{FF2B5EF4-FFF2-40B4-BE49-F238E27FC236}">
                  <a16:creationId xmlns:a16="http://schemas.microsoft.com/office/drawing/2014/main" id="{8B4CB96F-1C36-76EF-E6EE-E23F5ACEFF15}"/>
                </a:ext>
              </a:extLst>
            </p:cNvPr>
            <p:cNvSpPr/>
            <p:nvPr/>
          </p:nvSpPr>
          <p:spPr>
            <a:xfrm>
              <a:off x="6091679" y="2688336"/>
              <a:ext cx="1297228" cy="903803"/>
            </a:xfrm>
            <a:prstGeom prst="round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7109;p119">
              <a:extLst>
                <a:ext uri="{FF2B5EF4-FFF2-40B4-BE49-F238E27FC236}">
                  <a16:creationId xmlns:a16="http://schemas.microsoft.com/office/drawing/2014/main" id="{42B7E003-FE11-79AC-999F-EA9F550EDDC7}"/>
                </a:ext>
              </a:extLst>
            </p:cNvPr>
            <p:cNvSpPr/>
            <p:nvPr/>
          </p:nvSpPr>
          <p:spPr>
            <a:xfrm>
              <a:off x="7380766" y="1794901"/>
              <a:ext cx="1297228" cy="903803"/>
            </a:xfrm>
            <a:prstGeom prst="round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7112;p119">
              <a:extLst>
                <a:ext uri="{FF2B5EF4-FFF2-40B4-BE49-F238E27FC236}">
                  <a16:creationId xmlns:a16="http://schemas.microsoft.com/office/drawing/2014/main" id="{FC26E9EF-F6D4-641B-38D1-5700318D0139}"/>
                </a:ext>
              </a:extLst>
            </p:cNvPr>
            <p:cNvSpPr txBox="1"/>
            <p:nvPr/>
          </p:nvSpPr>
          <p:spPr>
            <a:xfrm flipH="1">
              <a:off x="6160411" y="2775895"/>
              <a:ext cx="1098769" cy="187837"/>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200" dirty="0">
                  <a:solidFill>
                    <a:schemeClr val="dk2"/>
                  </a:solidFill>
                  <a:latin typeface="Aldrich"/>
                  <a:ea typeface="Aldrich"/>
                  <a:cs typeface="Aldrich"/>
                  <a:sym typeface="Aldrich"/>
                </a:rPr>
                <a:t>05</a:t>
              </a:r>
            </a:p>
            <a:p>
              <a:pPr marL="0" lvl="0" indent="0" algn="ctr" rtl="0">
                <a:lnSpc>
                  <a:spcPct val="115000"/>
                </a:lnSpc>
                <a:spcBef>
                  <a:spcPts val="0"/>
                </a:spcBef>
                <a:spcAft>
                  <a:spcPts val="0"/>
                </a:spcAft>
                <a:buNone/>
              </a:pPr>
              <a:endParaRPr sz="100" dirty="0">
                <a:solidFill>
                  <a:schemeClr val="dk2"/>
                </a:solidFill>
                <a:latin typeface="Abel"/>
                <a:ea typeface="Abel"/>
                <a:cs typeface="Abel"/>
                <a:sym typeface="Abel"/>
              </a:endParaRPr>
            </a:p>
          </p:txBody>
        </p:sp>
        <p:sp>
          <p:nvSpPr>
            <p:cNvPr id="45" name="Google Shape;7112;p119">
              <a:extLst>
                <a:ext uri="{FF2B5EF4-FFF2-40B4-BE49-F238E27FC236}">
                  <a16:creationId xmlns:a16="http://schemas.microsoft.com/office/drawing/2014/main" id="{EC4CDFC7-DE70-287B-1781-6AB39DAEEF33}"/>
                </a:ext>
              </a:extLst>
            </p:cNvPr>
            <p:cNvSpPr txBox="1"/>
            <p:nvPr/>
          </p:nvSpPr>
          <p:spPr>
            <a:xfrm flipH="1">
              <a:off x="7456003" y="1905787"/>
              <a:ext cx="1098769" cy="187837"/>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200" dirty="0">
                  <a:solidFill>
                    <a:schemeClr val="dk2"/>
                  </a:solidFill>
                  <a:latin typeface="Aldrich"/>
                  <a:ea typeface="Aldrich"/>
                  <a:cs typeface="Aldrich"/>
                  <a:sym typeface="Aldrich"/>
                </a:rPr>
                <a:t>06</a:t>
              </a:r>
            </a:p>
            <a:p>
              <a:pPr marL="0" lvl="0" indent="0" algn="ctr" rtl="0">
                <a:lnSpc>
                  <a:spcPct val="115000"/>
                </a:lnSpc>
                <a:spcBef>
                  <a:spcPts val="0"/>
                </a:spcBef>
                <a:spcAft>
                  <a:spcPts val="0"/>
                </a:spcAft>
                <a:buNone/>
              </a:pPr>
              <a:endParaRPr sz="100" dirty="0">
                <a:solidFill>
                  <a:schemeClr val="dk2"/>
                </a:solidFill>
                <a:latin typeface="Abel"/>
                <a:ea typeface="Abel"/>
                <a:cs typeface="Abel"/>
                <a:sym typeface="Abel"/>
              </a:endParaRPr>
            </a:p>
          </p:txBody>
        </p:sp>
        <p:sp>
          <p:nvSpPr>
            <p:cNvPr id="46" name="Google Shape;7111;p119">
              <a:extLst>
                <a:ext uri="{FF2B5EF4-FFF2-40B4-BE49-F238E27FC236}">
                  <a16:creationId xmlns:a16="http://schemas.microsoft.com/office/drawing/2014/main" id="{D9CD5586-9FDA-376B-6CF5-C2086A46FBA7}"/>
                </a:ext>
              </a:extLst>
            </p:cNvPr>
            <p:cNvSpPr txBox="1"/>
            <p:nvPr/>
          </p:nvSpPr>
          <p:spPr>
            <a:xfrm flipH="1">
              <a:off x="6013806" y="3188458"/>
              <a:ext cx="1442197" cy="293582"/>
            </a:xfrm>
            <a:prstGeom prst="round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500" dirty="0">
                  <a:solidFill>
                    <a:schemeClr val="lt1"/>
                  </a:solidFill>
                  <a:latin typeface="Bai Jamjuree"/>
                  <a:ea typeface="Bai Jamjuree"/>
                  <a:cs typeface="Bai Jamjuree"/>
                  <a:sym typeface="Bai Jamjuree"/>
                </a:rPr>
                <a:t>Report</a:t>
              </a:r>
              <a:endParaRPr sz="1500" dirty="0">
                <a:solidFill>
                  <a:srgbClr val="000000"/>
                </a:solidFill>
                <a:latin typeface="Lato"/>
                <a:ea typeface="Lato"/>
                <a:cs typeface="Lato"/>
                <a:sym typeface="Lato"/>
              </a:endParaRPr>
            </a:p>
            <a:p>
              <a:pPr marL="0" lvl="0" indent="0" algn="ctr" rtl="0">
                <a:spcBef>
                  <a:spcPts val="0"/>
                </a:spcBef>
                <a:spcAft>
                  <a:spcPts val="0"/>
                </a:spcAft>
                <a:buNone/>
              </a:pPr>
              <a:endParaRPr sz="1500" dirty="0">
                <a:solidFill>
                  <a:srgbClr val="000000"/>
                </a:solidFill>
                <a:latin typeface="Abel"/>
                <a:ea typeface="Abel"/>
                <a:cs typeface="Abel"/>
                <a:sym typeface="Abel"/>
              </a:endParaRPr>
            </a:p>
          </p:txBody>
        </p:sp>
        <p:sp>
          <p:nvSpPr>
            <p:cNvPr id="47" name="Google Shape;7111;p119">
              <a:extLst>
                <a:ext uri="{FF2B5EF4-FFF2-40B4-BE49-F238E27FC236}">
                  <a16:creationId xmlns:a16="http://schemas.microsoft.com/office/drawing/2014/main" id="{DEC98C2C-79A8-D0FE-E962-59CA21DCEFEF}"/>
                </a:ext>
              </a:extLst>
            </p:cNvPr>
            <p:cNvSpPr txBox="1"/>
            <p:nvPr/>
          </p:nvSpPr>
          <p:spPr>
            <a:xfrm flipH="1">
              <a:off x="7317513" y="2320778"/>
              <a:ext cx="1442197" cy="293582"/>
            </a:xfrm>
            <a:prstGeom prst="round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1500" dirty="0">
                  <a:solidFill>
                    <a:schemeClr val="lt1"/>
                  </a:solidFill>
                  <a:latin typeface="Bai Jamjuree"/>
                  <a:ea typeface="Bai Jamjuree"/>
                  <a:cs typeface="Bai Jamjuree"/>
                  <a:sym typeface="Bai Jamjuree"/>
                </a:rPr>
                <a:t>Dashboard</a:t>
              </a:r>
              <a:endParaRPr sz="1500" dirty="0">
                <a:solidFill>
                  <a:srgbClr val="000000"/>
                </a:solidFill>
                <a:latin typeface="Lato"/>
                <a:ea typeface="Lato"/>
                <a:cs typeface="Lato"/>
                <a:sym typeface="Lato"/>
              </a:endParaRPr>
            </a:p>
            <a:p>
              <a:pPr marL="0" lvl="0" indent="0" algn="ctr" rtl="0">
                <a:spcBef>
                  <a:spcPts val="0"/>
                </a:spcBef>
                <a:spcAft>
                  <a:spcPts val="0"/>
                </a:spcAft>
                <a:buNone/>
              </a:pPr>
              <a:endParaRPr sz="1500" dirty="0">
                <a:solidFill>
                  <a:srgbClr val="000000"/>
                </a:solidFill>
                <a:latin typeface="Abel"/>
                <a:ea typeface="Abel"/>
                <a:cs typeface="Abel"/>
                <a:sym typeface="Abel"/>
              </a:endParaRPr>
            </a:p>
          </p:txBody>
        </p:sp>
        <p:cxnSp>
          <p:nvCxnSpPr>
            <p:cNvPr id="48" name="Google Shape;7121;p119">
              <a:extLst>
                <a:ext uri="{FF2B5EF4-FFF2-40B4-BE49-F238E27FC236}">
                  <a16:creationId xmlns:a16="http://schemas.microsoft.com/office/drawing/2014/main" id="{F96A299B-143B-A606-DF6C-B8F8DD1FA4A6}"/>
                </a:ext>
              </a:extLst>
            </p:cNvPr>
            <p:cNvCxnSpPr>
              <a:cxnSpLocks/>
            </p:cNvCxnSpPr>
            <p:nvPr/>
          </p:nvCxnSpPr>
          <p:spPr>
            <a:xfrm>
              <a:off x="6089023" y="2246802"/>
              <a:ext cx="651270" cy="441534"/>
            </a:xfrm>
            <a:prstGeom prst="bentConnector2">
              <a:avLst/>
            </a:prstGeom>
            <a:noFill/>
            <a:ln w="9525" cap="flat" cmpd="sng">
              <a:solidFill>
                <a:schemeClr val="lt1"/>
              </a:solidFill>
              <a:prstDash val="solid"/>
              <a:round/>
              <a:headEnd type="none" w="med" len="med"/>
              <a:tailEnd type="triangle" w="med" len="med"/>
            </a:ln>
          </p:spPr>
        </p:cxnSp>
        <p:cxnSp>
          <p:nvCxnSpPr>
            <p:cNvPr id="51" name="Google Shape;7121;p119">
              <a:extLst>
                <a:ext uri="{FF2B5EF4-FFF2-40B4-BE49-F238E27FC236}">
                  <a16:creationId xmlns:a16="http://schemas.microsoft.com/office/drawing/2014/main" id="{19A23DD7-9AD8-E3EA-33DA-03C5A02F2B13}"/>
                </a:ext>
              </a:extLst>
            </p:cNvPr>
            <p:cNvCxnSpPr/>
            <p:nvPr/>
          </p:nvCxnSpPr>
          <p:spPr>
            <a:xfrm rot="10800000" flipH="1">
              <a:off x="7380016" y="2715651"/>
              <a:ext cx="649364" cy="452843"/>
            </a:xfrm>
            <a:prstGeom prst="bentConnector2">
              <a:avLst/>
            </a:prstGeom>
            <a:noFill/>
            <a:ln w="9525" cap="flat" cmpd="sng">
              <a:solidFill>
                <a:schemeClr val="lt1"/>
              </a:solidFill>
              <a:prstDash val="solid"/>
              <a:round/>
              <a:headEnd type="none" w="med" len="med"/>
              <a:tailEnd type="triangle" w="med" len="med"/>
            </a:ln>
          </p:spPr>
        </p:cxnSp>
      </p:grpSp>
      <p:pic>
        <p:nvPicPr>
          <p:cNvPr id="53" name="Picture 52">
            <a:extLst>
              <a:ext uri="{FF2B5EF4-FFF2-40B4-BE49-F238E27FC236}">
                <a16:creationId xmlns:a16="http://schemas.microsoft.com/office/drawing/2014/main" id="{270D9FFF-0B7B-13E9-4585-464A5CE078B1}"/>
              </a:ext>
            </a:extLst>
          </p:cNvPr>
          <p:cNvPicPr>
            <a:picLocks noChangeAspect="1"/>
          </p:cNvPicPr>
          <p:nvPr/>
        </p:nvPicPr>
        <p:blipFill>
          <a:blip r:embed="rId5"/>
          <a:stretch>
            <a:fillRect/>
          </a:stretch>
        </p:blipFill>
        <p:spPr>
          <a:xfrm>
            <a:off x="8005388" y="138080"/>
            <a:ext cx="974096" cy="8955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655"/>
                                        </p:tgtEl>
                                        <p:attrNameLst>
                                          <p:attrName>style.visibility</p:attrName>
                                        </p:attrNameLst>
                                      </p:cBhvr>
                                      <p:to>
                                        <p:strVal val="visible"/>
                                      </p:to>
                                    </p:set>
                                    <p:anim calcmode="lin" valueType="num">
                                      <p:cBhvr additive="base">
                                        <p:cTn id="7" dur="1000"/>
                                        <p:tgtEl>
                                          <p:spTgt spid="2655"/>
                                        </p:tgtEl>
                                        <p:attrNameLst>
                                          <p:attrName>ppt_x</p:attrName>
                                        </p:attrNameLst>
                                      </p:cBhvr>
                                      <p:tavLst>
                                        <p:tav tm="0">
                                          <p:val>
                                            <p:strVal val="#ppt_x-1"/>
                                          </p:val>
                                        </p:tav>
                                        <p:tav tm="100000">
                                          <p:val>
                                            <p:strVal val="#ppt_x"/>
                                          </p:val>
                                        </p:tav>
                                      </p:tavLst>
                                    </p:anim>
                                  </p:childTnLst>
                                </p:cTn>
                              </p:par>
                              <p:par>
                                <p:cTn id="8" presetID="10" presetClass="entr" presetSubtype="0" fill="hold" nodeType="withEffect">
                                  <p:stCondLst>
                                    <p:cond delay="0"/>
                                  </p:stCondLst>
                                  <p:childTnLst>
                                    <p:set>
                                      <p:cBhvr>
                                        <p:cTn id="9" dur="1" fill="hold">
                                          <p:stCondLst>
                                            <p:cond delay="0"/>
                                          </p:stCondLst>
                                        </p:cTn>
                                        <p:tgtEl>
                                          <p:spTgt spid="2677"/>
                                        </p:tgtEl>
                                        <p:attrNameLst>
                                          <p:attrName>style.visibility</p:attrName>
                                        </p:attrNameLst>
                                      </p:cBhvr>
                                      <p:to>
                                        <p:strVal val="visible"/>
                                      </p:to>
                                    </p:set>
                                    <p:animEffect transition="in" filter="fade">
                                      <p:cBhvr>
                                        <p:cTn id="10" dur="1000"/>
                                        <p:tgtEl>
                                          <p:spTgt spid="2677"/>
                                        </p:tgtEl>
                                      </p:cBhvr>
                                    </p:animEffect>
                                  </p:childTnLst>
                                </p:cTn>
                              </p:par>
                              <p:par>
                                <p:cTn id="11" presetID="10" presetClass="entr" presetSubtype="0" fill="hold" nodeType="withEffect">
                                  <p:stCondLst>
                                    <p:cond delay="0"/>
                                  </p:stCondLst>
                                  <p:childTnLst>
                                    <p:set>
                                      <p:cBhvr>
                                        <p:cTn id="12" dur="1" fill="hold">
                                          <p:stCondLst>
                                            <p:cond delay="0"/>
                                          </p:stCondLst>
                                        </p:cTn>
                                        <p:tgtEl>
                                          <p:spTgt spid="2678"/>
                                        </p:tgtEl>
                                        <p:attrNameLst>
                                          <p:attrName>style.visibility</p:attrName>
                                        </p:attrNameLst>
                                      </p:cBhvr>
                                      <p:to>
                                        <p:strVal val="visible"/>
                                      </p:to>
                                    </p:set>
                                    <p:animEffect transition="in" filter="fade">
                                      <p:cBhvr>
                                        <p:cTn id="13" dur="1000"/>
                                        <p:tgtEl>
                                          <p:spTgt spid="2678"/>
                                        </p:tgtEl>
                                      </p:cBhvr>
                                    </p:animEffect>
                                  </p:childTnLst>
                                </p:cTn>
                              </p:par>
                              <p:par>
                                <p:cTn id="14" presetID="10" presetClass="entr" presetSubtype="0" fill="hold" nodeType="withEffect">
                                  <p:stCondLst>
                                    <p:cond delay="0"/>
                                  </p:stCondLst>
                                  <p:childTnLst>
                                    <p:set>
                                      <p:cBhvr>
                                        <p:cTn id="15" dur="1" fill="hold">
                                          <p:stCondLst>
                                            <p:cond delay="0"/>
                                          </p:stCondLst>
                                        </p:cTn>
                                        <p:tgtEl>
                                          <p:spTgt spid="2679"/>
                                        </p:tgtEl>
                                        <p:attrNameLst>
                                          <p:attrName>style.visibility</p:attrName>
                                        </p:attrNameLst>
                                      </p:cBhvr>
                                      <p:to>
                                        <p:strVal val="visible"/>
                                      </p:to>
                                    </p:set>
                                    <p:animEffect transition="in" filter="fade">
                                      <p:cBhvr>
                                        <p:cTn id="16" dur="1000"/>
                                        <p:tgtEl>
                                          <p:spTgt spid="2679"/>
                                        </p:tgtEl>
                                      </p:cBhvr>
                                    </p:animEffect>
                                  </p:childTnLst>
                                </p:cTn>
                              </p:par>
                              <p:par>
                                <p:cTn id="17" presetID="10" presetClass="entr" presetSubtype="0" fill="hold" nodeType="withEffect">
                                  <p:stCondLst>
                                    <p:cond delay="0"/>
                                  </p:stCondLst>
                                  <p:childTnLst>
                                    <p:set>
                                      <p:cBhvr>
                                        <p:cTn id="18" dur="1" fill="hold">
                                          <p:stCondLst>
                                            <p:cond delay="0"/>
                                          </p:stCondLst>
                                        </p:cTn>
                                        <p:tgtEl>
                                          <p:spTgt spid="2680"/>
                                        </p:tgtEl>
                                        <p:attrNameLst>
                                          <p:attrName>style.visibility</p:attrName>
                                        </p:attrNameLst>
                                      </p:cBhvr>
                                      <p:to>
                                        <p:strVal val="visible"/>
                                      </p:to>
                                    </p:set>
                                    <p:animEffect transition="in" filter="fade">
                                      <p:cBhvr>
                                        <p:cTn id="19" dur="1000"/>
                                        <p:tgtEl>
                                          <p:spTgt spid="2680"/>
                                        </p:tgtEl>
                                      </p:cBhvr>
                                    </p:animEffect>
                                  </p:childTnLst>
                                </p:cTn>
                              </p:par>
                              <p:par>
                                <p:cTn id="20" presetID="10" presetClass="entr" presetSubtype="0" fill="hold" nodeType="withEffect">
                                  <p:stCondLst>
                                    <p:cond delay="0"/>
                                  </p:stCondLst>
                                  <p:childTnLst>
                                    <p:set>
                                      <p:cBhvr>
                                        <p:cTn id="21" dur="1" fill="hold">
                                          <p:stCondLst>
                                            <p:cond delay="0"/>
                                          </p:stCondLst>
                                        </p:cTn>
                                        <p:tgtEl>
                                          <p:spTgt spid="2681"/>
                                        </p:tgtEl>
                                        <p:attrNameLst>
                                          <p:attrName>style.visibility</p:attrName>
                                        </p:attrNameLst>
                                      </p:cBhvr>
                                      <p:to>
                                        <p:strVal val="visible"/>
                                      </p:to>
                                    </p:set>
                                    <p:animEffect transition="in" filter="fade">
                                      <p:cBhvr>
                                        <p:cTn id="22" dur="1000"/>
                                        <p:tgtEl>
                                          <p:spTgt spid="2681"/>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anim calcmode="lin" valueType="num">
                                      <p:cBhvr additive="base">
                                        <p:cTn id="27" dur="250" fill="hold"/>
                                        <p:tgtEl>
                                          <p:spTgt spid="52"/>
                                        </p:tgtEl>
                                        <p:attrNameLst>
                                          <p:attrName>ppt_x</p:attrName>
                                        </p:attrNameLst>
                                      </p:cBhvr>
                                      <p:tavLst>
                                        <p:tav tm="0">
                                          <p:val>
                                            <p:strVal val="#ppt_x"/>
                                          </p:val>
                                        </p:tav>
                                        <p:tav tm="100000">
                                          <p:val>
                                            <p:strVal val="#ppt_x"/>
                                          </p:val>
                                        </p:tav>
                                      </p:tavLst>
                                    </p:anim>
                                    <p:anim calcmode="lin" valueType="num">
                                      <p:cBhvr additive="base">
                                        <p:cTn id="28" dur="25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85"/>
        <p:cNvGrpSpPr/>
        <p:nvPr/>
      </p:nvGrpSpPr>
      <p:grpSpPr>
        <a:xfrm>
          <a:off x="0" y="0"/>
          <a:ext cx="0" cy="0"/>
          <a:chOff x="0" y="0"/>
          <a:chExt cx="0" cy="0"/>
        </a:xfrm>
      </p:grpSpPr>
      <p:sp>
        <p:nvSpPr>
          <p:cNvPr id="2686" name="Google Shape;2686;p62"/>
          <p:cNvSpPr txBox="1">
            <a:spLocks noGrp="1"/>
          </p:cNvSpPr>
          <p:nvPr>
            <p:ph type="title"/>
          </p:nvPr>
        </p:nvSpPr>
        <p:spPr>
          <a:xfrm>
            <a:off x="635191" y="237881"/>
            <a:ext cx="4635900" cy="632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GB" sz="3000"/>
              <a:t>Data Processing</a:t>
            </a:r>
            <a:endParaRPr sz="3000"/>
          </a:p>
        </p:txBody>
      </p:sp>
      <p:pic>
        <p:nvPicPr>
          <p:cNvPr id="2688" name="Google Shape;2688;p62"/>
          <p:cNvPicPr preferRelativeResize="0"/>
          <p:nvPr/>
        </p:nvPicPr>
        <p:blipFill>
          <a:blip r:embed="rId3">
            <a:alphaModFix/>
          </a:blip>
          <a:stretch>
            <a:fillRect/>
          </a:stretch>
        </p:blipFill>
        <p:spPr>
          <a:xfrm>
            <a:off x="7541790" y="842934"/>
            <a:ext cx="4256400" cy="3107163"/>
          </a:xfrm>
          <a:prstGeom prst="rect">
            <a:avLst/>
          </a:prstGeom>
          <a:noFill/>
          <a:ln>
            <a:noFill/>
          </a:ln>
        </p:spPr>
      </p:pic>
      <p:sp>
        <p:nvSpPr>
          <p:cNvPr id="4" name="Google Shape;7118;p119">
            <a:extLst>
              <a:ext uri="{FF2B5EF4-FFF2-40B4-BE49-F238E27FC236}">
                <a16:creationId xmlns:a16="http://schemas.microsoft.com/office/drawing/2014/main" id="{B6FEE8C6-5910-5020-D1AE-52F5418A1F9A}"/>
              </a:ext>
            </a:extLst>
          </p:cNvPr>
          <p:cNvSpPr txBox="1"/>
          <p:nvPr/>
        </p:nvSpPr>
        <p:spPr>
          <a:xfrm flipH="1">
            <a:off x="-111508" y="237881"/>
            <a:ext cx="1098769" cy="430779"/>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3000">
                <a:solidFill>
                  <a:schemeClr val="dk2"/>
                </a:solidFill>
                <a:latin typeface="Aldrich"/>
                <a:ea typeface="Aldrich"/>
                <a:cs typeface="Aldrich"/>
                <a:sym typeface="Aldrich"/>
              </a:rPr>
              <a:t>01</a:t>
            </a:r>
            <a:endParaRPr sz="3000" b="1">
              <a:solidFill>
                <a:schemeClr val="dk2"/>
              </a:solidFill>
              <a:latin typeface="Merriweather"/>
              <a:ea typeface="Merriweather"/>
              <a:cs typeface="Merriweather"/>
              <a:sym typeface="Merriweather"/>
            </a:endParaRPr>
          </a:p>
        </p:txBody>
      </p:sp>
      <p:pic>
        <p:nvPicPr>
          <p:cNvPr id="8" name="Picture 7">
            <a:extLst>
              <a:ext uri="{FF2B5EF4-FFF2-40B4-BE49-F238E27FC236}">
                <a16:creationId xmlns:a16="http://schemas.microsoft.com/office/drawing/2014/main" id="{26FFBA27-CAA7-D958-FAED-2D409D24170F}"/>
              </a:ext>
            </a:extLst>
          </p:cNvPr>
          <p:cNvPicPr>
            <a:picLocks noChangeAspect="1"/>
          </p:cNvPicPr>
          <p:nvPr/>
        </p:nvPicPr>
        <p:blipFill>
          <a:blip r:embed="rId4"/>
          <a:stretch>
            <a:fillRect/>
          </a:stretch>
        </p:blipFill>
        <p:spPr>
          <a:xfrm>
            <a:off x="3970020" y="2198960"/>
            <a:ext cx="5128425" cy="2873589"/>
          </a:xfrm>
          <a:prstGeom prst="rect">
            <a:avLst/>
          </a:prstGeom>
        </p:spPr>
      </p:pic>
      <p:pic>
        <p:nvPicPr>
          <p:cNvPr id="9" name="Picture 8">
            <a:extLst>
              <a:ext uri="{FF2B5EF4-FFF2-40B4-BE49-F238E27FC236}">
                <a16:creationId xmlns:a16="http://schemas.microsoft.com/office/drawing/2014/main" id="{41DF1E93-2ACA-BA6D-F707-AF24F0268A1A}"/>
              </a:ext>
            </a:extLst>
          </p:cNvPr>
          <p:cNvPicPr>
            <a:picLocks noChangeAspect="1"/>
          </p:cNvPicPr>
          <p:nvPr/>
        </p:nvPicPr>
        <p:blipFill>
          <a:blip r:embed="rId5"/>
          <a:stretch>
            <a:fillRect/>
          </a:stretch>
        </p:blipFill>
        <p:spPr>
          <a:xfrm>
            <a:off x="8106090" y="16580"/>
            <a:ext cx="974096" cy="895540"/>
          </a:xfrm>
          <a:prstGeom prst="rect">
            <a:avLst/>
          </a:prstGeom>
        </p:spPr>
      </p:pic>
      <p:pic>
        <p:nvPicPr>
          <p:cNvPr id="16" name="Graphic 15" descr="Arrow: Rotate right with solid fill">
            <a:extLst>
              <a:ext uri="{FF2B5EF4-FFF2-40B4-BE49-F238E27FC236}">
                <a16:creationId xmlns:a16="http://schemas.microsoft.com/office/drawing/2014/main" id="{0948687E-C193-F48C-E584-A0881592F27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34641" y="625340"/>
            <a:ext cx="2289650" cy="1805440"/>
          </a:xfrm>
          <a:prstGeom prst="rect">
            <a:avLst/>
          </a:prstGeom>
          <a:effectLst>
            <a:glow rad="63500">
              <a:schemeClr val="accent1">
                <a:satMod val="175000"/>
                <a:alpha val="40000"/>
              </a:schemeClr>
            </a:glow>
          </a:effectLst>
        </p:spPr>
      </p:pic>
      <p:pic>
        <p:nvPicPr>
          <p:cNvPr id="2" name="Picture 1" descr="A screenshot of a computer&#10;&#10;AI-generated content may be incorrect.">
            <a:extLst>
              <a:ext uri="{FF2B5EF4-FFF2-40B4-BE49-F238E27FC236}">
                <a16:creationId xmlns:a16="http://schemas.microsoft.com/office/drawing/2014/main" id="{34EC69DC-60AA-B3E1-1EF8-5A11FD1F586B}"/>
              </a:ext>
            </a:extLst>
          </p:cNvPr>
          <p:cNvPicPr>
            <a:picLocks noChangeAspect="1"/>
          </p:cNvPicPr>
          <p:nvPr/>
        </p:nvPicPr>
        <p:blipFill>
          <a:blip r:embed="rId8"/>
          <a:stretch>
            <a:fillRect/>
          </a:stretch>
        </p:blipFill>
        <p:spPr>
          <a:xfrm>
            <a:off x="23239" y="869981"/>
            <a:ext cx="3939161" cy="2657961"/>
          </a:xfrm>
          <a:prstGeom prst="rect">
            <a:avLst/>
          </a:prstGeom>
        </p:spPr>
      </p:pic>
      <p:sp>
        <p:nvSpPr>
          <p:cNvPr id="3" name="Rectangle 2">
            <a:extLst>
              <a:ext uri="{FF2B5EF4-FFF2-40B4-BE49-F238E27FC236}">
                <a16:creationId xmlns:a16="http://schemas.microsoft.com/office/drawing/2014/main" id="{F05C2F92-2108-3F6D-75E7-926D2D2959D9}"/>
              </a:ext>
            </a:extLst>
          </p:cNvPr>
          <p:cNvSpPr/>
          <p:nvPr/>
        </p:nvSpPr>
        <p:spPr>
          <a:xfrm>
            <a:off x="3222088" y="1310640"/>
            <a:ext cx="740312" cy="2217302"/>
          </a:xfrm>
          <a:prstGeom prst="rect">
            <a:avLst/>
          </a:prstGeom>
          <a:noFill/>
          <a:ln>
            <a:solidFill>
              <a:srgbClr val="FF0000"/>
            </a:solidFill>
          </a:ln>
          <a:effectLst>
            <a:glow rad="101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5" name="Rectangle 4">
            <a:extLst>
              <a:ext uri="{FF2B5EF4-FFF2-40B4-BE49-F238E27FC236}">
                <a16:creationId xmlns:a16="http://schemas.microsoft.com/office/drawing/2014/main" id="{E9621D19-24C5-B15E-5726-9FC966133958}"/>
              </a:ext>
            </a:extLst>
          </p:cNvPr>
          <p:cNvSpPr/>
          <p:nvPr/>
        </p:nvSpPr>
        <p:spPr>
          <a:xfrm>
            <a:off x="8199120" y="2838402"/>
            <a:ext cx="881066" cy="2223389"/>
          </a:xfrm>
          <a:prstGeom prst="rect">
            <a:avLst/>
          </a:prstGeom>
          <a:noFill/>
          <a:ln>
            <a:solidFill>
              <a:srgbClr val="FF0000"/>
            </a:solidFill>
          </a:ln>
          <a:effectLst>
            <a:glow rad="101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6" name="Rectangle 5">
            <a:extLst>
              <a:ext uri="{FF2B5EF4-FFF2-40B4-BE49-F238E27FC236}">
                <a16:creationId xmlns:a16="http://schemas.microsoft.com/office/drawing/2014/main" id="{18348DA3-C22E-83E8-9903-83AEE2791488}"/>
              </a:ext>
            </a:extLst>
          </p:cNvPr>
          <p:cNvSpPr/>
          <p:nvPr/>
        </p:nvSpPr>
        <p:spPr>
          <a:xfrm>
            <a:off x="8199120" y="2860235"/>
            <a:ext cx="881066" cy="2223388"/>
          </a:xfrm>
          <a:prstGeom prst="rect">
            <a:avLst/>
          </a:prstGeom>
          <a:noFill/>
          <a:ln>
            <a:solidFill>
              <a:srgbClr val="FF0000"/>
            </a:solidFill>
          </a:ln>
          <a:effectLst>
            <a:glow rad="101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97"/>
        <p:cNvGrpSpPr/>
        <p:nvPr/>
      </p:nvGrpSpPr>
      <p:grpSpPr>
        <a:xfrm>
          <a:off x="0" y="0"/>
          <a:ext cx="0" cy="0"/>
          <a:chOff x="0" y="0"/>
          <a:chExt cx="0" cy="0"/>
        </a:xfrm>
      </p:grpSpPr>
      <p:grpSp>
        <p:nvGrpSpPr>
          <p:cNvPr id="2749" name="Google Shape;2749;p63"/>
          <p:cNvGrpSpPr/>
          <p:nvPr/>
        </p:nvGrpSpPr>
        <p:grpSpPr>
          <a:xfrm flipH="1">
            <a:off x="8266687" y="4817660"/>
            <a:ext cx="793256" cy="182899"/>
            <a:chOff x="2685575" y="2835950"/>
            <a:chExt cx="433000" cy="99825"/>
          </a:xfrm>
        </p:grpSpPr>
        <p:sp>
          <p:nvSpPr>
            <p:cNvPr id="2750" name="Google Shape;2750;p63"/>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63"/>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63"/>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63"/>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2686;p62">
            <a:extLst>
              <a:ext uri="{FF2B5EF4-FFF2-40B4-BE49-F238E27FC236}">
                <a16:creationId xmlns:a16="http://schemas.microsoft.com/office/drawing/2014/main" id="{C75362C9-63CE-AF79-4123-7216D95EB323}"/>
              </a:ext>
            </a:extLst>
          </p:cNvPr>
          <p:cNvSpPr txBox="1">
            <a:spLocks noGrp="1"/>
          </p:cNvSpPr>
          <p:nvPr>
            <p:ph type="title"/>
          </p:nvPr>
        </p:nvSpPr>
        <p:spPr>
          <a:xfrm>
            <a:off x="710747" y="107428"/>
            <a:ext cx="4635900" cy="632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GB" sz="3000" dirty="0"/>
              <a:t>Data </a:t>
            </a:r>
            <a:r>
              <a:rPr lang="en-GB" sz="3000" dirty="0" err="1"/>
              <a:t>Modeling</a:t>
            </a:r>
            <a:r>
              <a:rPr lang="en-GB" sz="3000" dirty="0"/>
              <a:t> </a:t>
            </a:r>
            <a:endParaRPr sz="3000" dirty="0"/>
          </a:p>
        </p:txBody>
      </p:sp>
      <p:sp>
        <p:nvSpPr>
          <p:cNvPr id="7" name="Google Shape;7118;p119">
            <a:extLst>
              <a:ext uri="{FF2B5EF4-FFF2-40B4-BE49-F238E27FC236}">
                <a16:creationId xmlns:a16="http://schemas.microsoft.com/office/drawing/2014/main" id="{DF4F61B3-D8D0-C6AA-8773-DF9CE5A9D7DE}"/>
              </a:ext>
            </a:extLst>
          </p:cNvPr>
          <p:cNvSpPr txBox="1"/>
          <p:nvPr/>
        </p:nvSpPr>
        <p:spPr>
          <a:xfrm flipH="1">
            <a:off x="-144440" y="116301"/>
            <a:ext cx="1098769" cy="430779"/>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3000">
                <a:solidFill>
                  <a:schemeClr val="dk2"/>
                </a:solidFill>
                <a:latin typeface="Aldrich"/>
                <a:ea typeface="Aldrich"/>
                <a:cs typeface="Aldrich"/>
                <a:sym typeface="Aldrich"/>
              </a:rPr>
              <a:t>02</a:t>
            </a:r>
            <a:endParaRPr sz="3000" b="1">
              <a:solidFill>
                <a:schemeClr val="dk2"/>
              </a:solidFill>
              <a:latin typeface="Merriweather"/>
              <a:ea typeface="Merriweather"/>
              <a:cs typeface="Merriweather"/>
              <a:sym typeface="Merriweather"/>
            </a:endParaRPr>
          </a:p>
        </p:txBody>
      </p:sp>
      <p:pic>
        <p:nvPicPr>
          <p:cNvPr id="8" name="Picture 7">
            <a:extLst>
              <a:ext uri="{FF2B5EF4-FFF2-40B4-BE49-F238E27FC236}">
                <a16:creationId xmlns:a16="http://schemas.microsoft.com/office/drawing/2014/main" id="{558C1EA3-7EA7-9ECB-E5F8-5EDFE6D304BB}"/>
              </a:ext>
            </a:extLst>
          </p:cNvPr>
          <p:cNvPicPr>
            <a:picLocks noChangeAspect="1"/>
          </p:cNvPicPr>
          <p:nvPr/>
        </p:nvPicPr>
        <p:blipFill>
          <a:blip r:embed="rId3"/>
          <a:stretch>
            <a:fillRect/>
          </a:stretch>
        </p:blipFill>
        <p:spPr>
          <a:xfrm>
            <a:off x="1067870" y="912120"/>
            <a:ext cx="7073164" cy="3972300"/>
          </a:xfrm>
          <a:prstGeom prst="rect">
            <a:avLst/>
          </a:prstGeom>
        </p:spPr>
      </p:pic>
      <p:pic>
        <p:nvPicPr>
          <p:cNvPr id="11" name="Picture 10">
            <a:extLst>
              <a:ext uri="{FF2B5EF4-FFF2-40B4-BE49-F238E27FC236}">
                <a16:creationId xmlns:a16="http://schemas.microsoft.com/office/drawing/2014/main" id="{340C0784-DD9B-7859-B8C2-602F57EC8162}"/>
              </a:ext>
            </a:extLst>
          </p:cNvPr>
          <p:cNvPicPr>
            <a:picLocks noChangeAspect="1"/>
          </p:cNvPicPr>
          <p:nvPr/>
        </p:nvPicPr>
        <p:blipFill>
          <a:blip r:embed="rId4"/>
          <a:stretch>
            <a:fillRect/>
          </a:stretch>
        </p:blipFill>
        <p:spPr>
          <a:xfrm>
            <a:off x="8106090" y="16580"/>
            <a:ext cx="974096" cy="895540"/>
          </a:xfrm>
          <a:prstGeom prst="rect">
            <a:avLst/>
          </a:prstGeom>
        </p:spPr>
      </p:pic>
    </p:spTree>
  </p:cSld>
  <p:clrMapOvr>
    <a:masterClrMapping/>
  </p:clrMapOvr>
</p:sld>
</file>

<file path=ppt/theme/theme1.xml><?xml version="1.0" encoding="utf-8"?>
<a:theme xmlns:a="http://schemas.openxmlformats.org/drawingml/2006/main" name="Data Science Project Proposal XL by Slidesgo">
  <a:themeElements>
    <a:clrScheme name="Simple Light">
      <a:dk1>
        <a:srgbClr val="0E0E0E"/>
      </a:dk1>
      <a:lt1>
        <a:srgbClr val="FFFFFF"/>
      </a:lt1>
      <a:dk2>
        <a:srgbClr val="72F49A"/>
      </a:dk2>
      <a:lt2>
        <a:srgbClr val="47A5F3"/>
      </a:lt2>
      <a:accent1>
        <a:srgbClr val="F341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225</TotalTime>
  <Words>203</Words>
  <Application>Microsoft Office PowerPoint</Application>
  <PresentationFormat>On-screen Show (16:9)</PresentationFormat>
  <Paragraphs>40</Paragraphs>
  <Slides>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Bai Jamjuree</vt:lpstr>
      <vt:lpstr>Lato</vt:lpstr>
      <vt:lpstr>Merriweather</vt:lpstr>
      <vt:lpstr>Abel</vt:lpstr>
      <vt:lpstr>Arial</vt:lpstr>
      <vt:lpstr>Fira Sans</vt:lpstr>
      <vt:lpstr>Aldrich</vt:lpstr>
      <vt:lpstr>Data Science Project Proposal XL by Slidesgo</vt:lpstr>
      <vt:lpstr>HR ANALYSIS DASHBOARD PROJECT</vt:lpstr>
      <vt:lpstr>Team Members</vt:lpstr>
      <vt:lpstr>PROJECT OVERVIEW</vt:lpstr>
      <vt:lpstr>DATA SOURCE</vt:lpstr>
      <vt:lpstr>PROJECT AGENDA</vt:lpstr>
      <vt:lpstr>Data Processing</vt:lpstr>
      <vt:lpstr>Data Modeling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Omar Eissa Ibrahim wahdan</cp:lastModifiedBy>
  <cp:revision>4</cp:revision>
  <dcterms:modified xsi:type="dcterms:W3CDTF">2026-04-06T01:38:46Z</dcterms:modified>
</cp:coreProperties>
</file>