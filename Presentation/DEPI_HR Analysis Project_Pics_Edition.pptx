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Aldrich"/>
      <p:regular r:id="rId25"/>
    </p:embeddedFont>
    <p:embeddedFont>
      <p:font typeface="Lato"/>
      <p:regular r:id="rId26"/>
      <p:bold r:id="rId27"/>
      <p:italic r:id="rId28"/>
      <p:boldItalic r:id="rId29"/>
    </p:embeddedFont>
    <p:embeddedFont>
      <p:font typeface="Bai Jamjuree"/>
      <p:regular r:id="rId30"/>
      <p:bold r:id="rId31"/>
      <p:italic r:id="rId32"/>
      <p:boldItalic r:id="rId33"/>
    </p:embeddedFont>
    <p:embeddedFont>
      <p:font typeface="Abel"/>
      <p:regular r:id="rId34"/>
    </p:embeddedFont>
    <p:embeddedFont>
      <p:font typeface="Fira Sans"/>
      <p:regular r:id="rId35"/>
      <p:bold r:id="rId36"/>
      <p:italic r:id="rId37"/>
      <p:boldItalic r:id="rId38"/>
    </p:embeddedFont>
    <p:embeddedFont>
      <p:font typeface="Merriweather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gK5yn21FlMAEjMSp5Q7yrRnCTD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C944BB-5CFF-4A84-8ED6-C6F2DEA1B54C}">
  <a:tblStyle styleId="{E9C944BB-5CFF-4A84-8ED6-C6F2DEA1B54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bold.fntdata"/><Relationship Id="rId20" Type="http://schemas.openxmlformats.org/officeDocument/2006/relationships/slide" Target="slides/slide15.xml"/><Relationship Id="rId42" Type="http://schemas.openxmlformats.org/officeDocument/2006/relationships/font" Target="fonts/Merriweather-boldItalic.fntdata"/><Relationship Id="rId41" Type="http://schemas.openxmlformats.org/officeDocument/2006/relationships/font" Target="fonts/Merriweather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Aldrich-regular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iJamjuree-bold.fntdata"/><Relationship Id="rId30" Type="http://schemas.openxmlformats.org/officeDocument/2006/relationships/font" Target="fonts/BaiJamjuree-regular.fntdata"/><Relationship Id="rId11" Type="http://schemas.openxmlformats.org/officeDocument/2006/relationships/slide" Target="slides/slide6.xml"/><Relationship Id="rId33" Type="http://schemas.openxmlformats.org/officeDocument/2006/relationships/font" Target="fonts/BaiJamjuree-boldItalic.fntdata"/><Relationship Id="rId10" Type="http://schemas.openxmlformats.org/officeDocument/2006/relationships/slide" Target="slides/slide5.xml"/><Relationship Id="rId32" Type="http://schemas.openxmlformats.org/officeDocument/2006/relationships/font" Target="fonts/BaiJamjuree-italic.fntdata"/><Relationship Id="rId13" Type="http://schemas.openxmlformats.org/officeDocument/2006/relationships/slide" Target="slides/slide8.xml"/><Relationship Id="rId35" Type="http://schemas.openxmlformats.org/officeDocument/2006/relationships/font" Target="fonts/FiraSans-regular.fntdata"/><Relationship Id="rId12" Type="http://schemas.openxmlformats.org/officeDocument/2006/relationships/slide" Target="slides/slide7.xml"/><Relationship Id="rId34" Type="http://schemas.openxmlformats.org/officeDocument/2006/relationships/font" Target="fonts/Abel-regular.fntdata"/><Relationship Id="rId15" Type="http://schemas.openxmlformats.org/officeDocument/2006/relationships/slide" Target="slides/slide10.xml"/><Relationship Id="rId37" Type="http://schemas.openxmlformats.org/officeDocument/2006/relationships/font" Target="fonts/FiraSans-italic.fntdata"/><Relationship Id="rId14" Type="http://schemas.openxmlformats.org/officeDocument/2006/relationships/slide" Target="slides/slide9.xml"/><Relationship Id="rId36" Type="http://schemas.openxmlformats.org/officeDocument/2006/relationships/font" Target="fonts/FiraSans-bold.fntdata"/><Relationship Id="rId17" Type="http://schemas.openxmlformats.org/officeDocument/2006/relationships/slide" Target="slides/slide12.xml"/><Relationship Id="rId39" Type="http://schemas.openxmlformats.org/officeDocument/2006/relationships/font" Target="fonts/Merriweather-regular.fntdata"/><Relationship Id="rId16" Type="http://schemas.openxmlformats.org/officeDocument/2006/relationships/slide" Target="slides/slide11.xml"/><Relationship Id="rId38" Type="http://schemas.openxmlformats.org/officeDocument/2006/relationships/font" Target="fonts/Fira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8" name="Google Shape;6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5" name="Google Shape;7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5" name="Google Shape;7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1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1"/>
          <p:cNvSpPr txBox="1"/>
          <p:nvPr>
            <p:ph type="ctrTitle"/>
          </p:nvPr>
        </p:nvSpPr>
        <p:spPr>
          <a:xfrm>
            <a:off x="1248375" y="1541473"/>
            <a:ext cx="6647100" cy="16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latin typeface="Aldrich"/>
                <a:ea typeface="Aldrich"/>
                <a:cs typeface="Aldrich"/>
                <a:sym typeface="Aldrich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1"/>
          <p:cNvSpPr txBox="1"/>
          <p:nvPr>
            <p:ph idx="1" type="subTitle"/>
          </p:nvPr>
        </p:nvSpPr>
        <p:spPr>
          <a:xfrm>
            <a:off x="1248525" y="3290708"/>
            <a:ext cx="66471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67701" y="3755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1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14" name="Google Shape;14;p21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1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21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17" name="Google Shape;17;p21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1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1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1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21;p21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22" name="Google Shape;22;p21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1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1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1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oogle Shape;26;p21"/>
          <p:cNvGrpSpPr/>
          <p:nvPr/>
        </p:nvGrpSpPr>
        <p:grpSpPr>
          <a:xfrm>
            <a:off x="1409864" y="-1010428"/>
            <a:ext cx="2019176" cy="2019176"/>
            <a:chOff x="1943325" y="-220375"/>
            <a:chExt cx="1298672" cy="1298672"/>
          </a:xfrm>
        </p:grpSpPr>
        <p:sp>
          <p:nvSpPr>
            <p:cNvPr id="27" name="Google Shape;27;p21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1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1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1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1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1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1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1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1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1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1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1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1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1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1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1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1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1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1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1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1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1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1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1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1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1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1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1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1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1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1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1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1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1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1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1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1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1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1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1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1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1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1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1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1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1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1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1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21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76" name="Google Shape;76;p21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1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1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1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1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1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1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1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1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1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1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1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1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1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1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1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21"/>
          <p:cNvSpPr/>
          <p:nvPr/>
        </p:nvSpPr>
        <p:spPr>
          <a:xfrm>
            <a:off x="7796285" y="2758125"/>
            <a:ext cx="825452" cy="1673688"/>
          </a:xfrm>
          <a:custGeom>
            <a:rect b="b" l="l" r="r" t="t"/>
            <a:pathLst>
              <a:path extrusionOk="0" fill="none" h="34232" w="16883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cap="flat" cmpd="sng" w="85025">
            <a:solidFill>
              <a:schemeClr val="lt1"/>
            </a:solidFill>
            <a:prstDash val="solid"/>
            <a:miter lim="24644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2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2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97" name="Google Shape;97;p22"/>
          <p:cNvGrpSpPr/>
          <p:nvPr/>
        </p:nvGrpSpPr>
        <p:grpSpPr>
          <a:xfrm flipH="1">
            <a:off x="-99423" y="4189150"/>
            <a:ext cx="1039906" cy="679800"/>
            <a:chOff x="4082325" y="3790650"/>
            <a:chExt cx="1039906" cy="679800"/>
          </a:xfrm>
        </p:grpSpPr>
        <p:sp>
          <p:nvSpPr>
            <p:cNvPr id="98" name="Google Shape;98;p22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2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2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22"/>
          <p:cNvGrpSpPr/>
          <p:nvPr/>
        </p:nvGrpSpPr>
        <p:grpSpPr>
          <a:xfrm rot="5400000">
            <a:off x="8405096" y="2480296"/>
            <a:ext cx="793256" cy="182899"/>
            <a:chOff x="2685575" y="2835950"/>
            <a:chExt cx="433000" cy="99825"/>
          </a:xfrm>
        </p:grpSpPr>
        <p:sp>
          <p:nvSpPr>
            <p:cNvPr id="102" name="Google Shape;102;p22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2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2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2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22"/>
          <p:cNvGrpSpPr/>
          <p:nvPr/>
        </p:nvGrpSpPr>
        <p:grpSpPr>
          <a:xfrm flipH="1">
            <a:off x="8194575" y="4265345"/>
            <a:ext cx="1965289" cy="517060"/>
            <a:chOff x="3539975" y="3523525"/>
            <a:chExt cx="745925" cy="196250"/>
          </a:xfrm>
        </p:grpSpPr>
        <p:sp>
          <p:nvSpPr>
            <p:cNvPr id="107" name="Google Shape;107;p22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2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2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2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2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2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2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2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2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2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2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2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2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2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2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2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 rotWithShape="1">
          <a:blip r:embed="rId2">
            <a:alphaModFix amt="60000"/>
          </a:blip>
          <a:srcRect b="0" l="40" r="30" t="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>
            <p:ph type="title"/>
          </p:nvPr>
        </p:nvSpPr>
        <p:spPr>
          <a:xfrm>
            <a:off x="817925" y="1535078"/>
            <a:ext cx="821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6" name="Google Shape;126;p23"/>
          <p:cNvSpPr txBox="1"/>
          <p:nvPr>
            <p:ph idx="1" type="subTitle"/>
          </p:nvPr>
        </p:nvSpPr>
        <p:spPr>
          <a:xfrm>
            <a:off x="1639675" y="1483450"/>
            <a:ext cx="2887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2" type="subTitle"/>
          </p:nvPr>
        </p:nvSpPr>
        <p:spPr>
          <a:xfrm>
            <a:off x="1639675" y="1838040"/>
            <a:ext cx="23493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3" type="title"/>
          </p:nvPr>
        </p:nvSpPr>
        <p:spPr>
          <a:xfrm>
            <a:off x="817925" y="2547299"/>
            <a:ext cx="821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9" name="Google Shape;129;p23"/>
          <p:cNvSpPr txBox="1"/>
          <p:nvPr>
            <p:ph idx="4" type="subTitle"/>
          </p:nvPr>
        </p:nvSpPr>
        <p:spPr>
          <a:xfrm>
            <a:off x="1639675" y="2497425"/>
            <a:ext cx="2887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5" type="subTitle"/>
          </p:nvPr>
        </p:nvSpPr>
        <p:spPr>
          <a:xfrm>
            <a:off x="1639675" y="2852015"/>
            <a:ext cx="23493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6" type="title"/>
          </p:nvPr>
        </p:nvSpPr>
        <p:spPr>
          <a:xfrm>
            <a:off x="817925" y="3559519"/>
            <a:ext cx="821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2" name="Google Shape;132;p23"/>
          <p:cNvSpPr txBox="1"/>
          <p:nvPr>
            <p:ph idx="7" type="subTitle"/>
          </p:nvPr>
        </p:nvSpPr>
        <p:spPr>
          <a:xfrm>
            <a:off x="1639675" y="3511400"/>
            <a:ext cx="2887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8" type="subTitle"/>
          </p:nvPr>
        </p:nvSpPr>
        <p:spPr>
          <a:xfrm>
            <a:off x="1639675" y="3865990"/>
            <a:ext cx="23493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9" type="title"/>
          </p:nvPr>
        </p:nvSpPr>
        <p:spPr>
          <a:xfrm>
            <a:off x="4707713" y="1535078"/>
            <a:ext cx="821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5" name="Google Shape;135;p23"/>
          <p:cNvSpPr txBox="1"/>
          <p:nvPr>
            <p:ph idx="13" type="subTitle"/>
          </p:nvPr>
        </p:nvSpPr>
        <p:spPr>
          <a:xfrm>
            <a:off x="5529413" y="1483450"/>
            <a:ext cx="2887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4" type="subTitle"/>
          </p:nvPr>
        </p:nvSpPr>
        <p:spPr>
          <a:xfrm>
            <a:off x="5529413" y="1838040"/>
            <a:ext cx="23493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5" type="title"/>
          </p:nvPr>
        </p:nvSpPr>
        <p:spPr>
          <a:xfrm>
            <a:off x="4707713" y="2547299"/>
            <a:ext cx="821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8" name="Google Shape;138;p23"/>
          <p:cNvSpPr txBox="1"/>
          <p:nvPr>
            <p:ph idx="16" type="subTitle"/>
          </p:nvPr>
        </p:nvSpPr>
        <p:spPr>
          <a:xfrm>
            <a:off x="5529413" y="2497425"/>
            <a:ext cx="2887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idx="17" type="subTitle"/>
          </p:nvPr>
        </p:nvSpPr>
        <p:spPr>
          <a:xfrm>
            <a:off x="5529413" y="2852015"/>
            <a:ext cx="23493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8" type="title"/>
          </p:nvPr>
        </p:nvSpPr>
        <p:spPr>
          <a:xfrm>
            <a:off x="4707713" y="3559519"/>
            <a:ext cx="821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41" name="Google Shape;141;p23"/>
          <p:cNvSpPr txBox="1"/>
          <p:nvPr>
            <p:ph idx="19" type="subTitle"/>
          </p:nvPr>
        </p:nvSpPr>
        <p:spPr>
          <a:xfrm>
            <a:off x="5529413" y="3511400"/>
            <a:ext cx="2887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20" type="subTitle"/>
          </p:nvPr>
        </p:nvSpPr>
        <p:spPr>
          <a:xfrm>
            <a:off x="5529413" y="3865990"/>
            <a:ext cx="23493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21"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144" name="Google Shape;144;p23"/>
          <p:cNvGrpSpPr/>
          <p:nvPr/>
        </p:nvGrpSpPr>
        <p:grpSpPr>
          <a:xfrm>
            <a:off x="8246982" y="3524700"/>
            <a:ext cx="1039906" cy="679800"/>
            <a:chOff x="4082325" y="3790650"/>
            <a:chExt cx="1039906" cy="679800"/>
          </a:xfrm>
        </p:grpSpPr>
        <p:sp>
          <p:nvSpPr>
            <p:cNvPr id="145" name="Google Shape;145;p23"/>
            <p:cNvSpPr/>
            <p:nvPr/>
          </p:nvSpPr>
          <p:spPr>
            <a:xfrm>
              <a:off x="4082325" y="3790650"/>
              <a:ext cx="1039906" cy="94858"/>
            </a:xfrm>
            <a:custGeom>
              <a:rect b="b" l="l" r="r" t="t"/>
              <a:pathLst>
                <a:path extrusionOk="0" fill="none" h="1448" w="15874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3"/>
            <p:cNvSpPr/>
            <p:nvPr/>
          </p:nvSpPr>
          <p:spPr>
            <a:xfrm>
              <a:off x="4082325" y="4083808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3"/>
            <p:cNvSpPr/>
            <p:nvPr/>
          </p:nvSpPr>
          <p:spPr>
            <a:xfrm>
              <a:off x="4082325" y="4375657"/>
              <a:ext cx="1039906" cy="94793"/>
            </a:xfrm>
            <a:custGeom>
              <a:rect b="b" l="l" r="r" t="t"/>
              <a:pathLst>
                <a:path extrusionOk="0" fill="none" h="1447" w="15874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cap="flat" cmpd="sng" w="12050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23"/>
          <p:cNvGrpSpPr/>
          <p:nvPr/>
        </p:nvGrpSpPr>
        <p:grpSpPr>
          <a:xfrm>
            <a:off x="-846423" y="4392645"/>
            <a:ext cx="1965289" cy="517060"/>
            <a:chOff x="3539975" y="3523525"/>
            <a:chExt cx="745925" cy="196250"/>
          </a:xfrm>
        </p:grpSpPr>
        <p:sp>
          <p:nvSpPr>
            <p:cNvPr id="149" name="Google Shape;149;p23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23"/>
          <p:cNvGrpSpPr/>
          <p:nvPr/>
        </p:nvGrpSpPr>
        <p:grpSpPr>
          <a:xfrm flipH="1">
            <a:off x="-3594575" y="-199329"/>
            <a:ext cx="4000413" cy="3175882"/>
            <a:chOff x="5207925" y="-1994879"/>
            <a:chExt cx="4000413" cy="3175882"/>
          </a:xfrm>
        </p:grpSpPr>
        <p:sp>
          <p:nvSpPr>
            <p:cNvPr id="166" name="Google Shape;166;p23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3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3"/>
            <p:cNvSpPr/>
            <p:nvPr/>
          </p:nvSpPr>
          <p:spPr>
            <a:xfrm>
              <a:off x="5207925" y="352772"/>
              <a:ext cx="96613" cy="394888"/>
            </a:xfrm>
            <a:custGeom>
              <a:rect b="b" l="l" r="r" t="t"/>
              <a:pathLst>
                <a:path extrusionOk="0" h="8988" w="2199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9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4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>
            <p:ph type="title"/>
          </p:nvPr>
        </p:nvSpPr>
        <p:spPr>
          <a:xfrm>
            <a:off x="2167181" y="1194994"/>
            <a:ext cx="821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72" name="Google Shape;172;p24"/>
          <p:cNvSpPr txBox="1"/>
          <p:nvPr>
            <p:ph idx="1" type="subTitle"/>
          </p:nvPr>
        </p:nvSpPr>
        <p:spPr>
          <a:xfrm>
            <a:off x="2988905" y="1244525"/>
            <a:ext cx="3987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4"/>
          <p:cNvSpPr txBox="1"/>
          <p:nvPr>
            <p:ph idx="2" type="subTitle"/>
          </p:nvPr>
        </p:nvSpPr>
        <p:spPr>
          <a:xfrm>
            <a:off x="2988888" y="1599134"/>
            <a:ext cx="39879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4"/>
          <p:cNvSpPr txBox="1"/>
          <p:nvPr>
            <p:ph idx="3" type="title"/>
          </p:nvPr>
        </p:nvSpPr>
        <p:spPr>
          <a:xfrm>
            <a:off x="2167181" y="2089809"/>
            <a:ext cx="821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75" name="Google Shape;175;p24"/>
          <p:cNvSpPr txBox="1"/>
          <p:nvPr>
            <p:ph idx="4" type="subTitle"/>
          </p:nvPr>
        </p:nvSpPr>
        <p:spPr>
          <a:xfrm>
            <a:off x="2988905" y="2139342"/>
            <a:ext cx="3987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4"/>
          <p:cNvSpPr txBox="1"/>
          <p:nvPr>
            <p:ph idx="5" type="subTitle"/>
          </p:nvPr>
        </p:nvSpPr>
        <p:spPr>
          <a:xfrm>
            <a:off x="2988888" y="2493949"/>
            <a:ext cx="39879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4"/>
          <p:cNvSpPr txBox="1"/>
          <p:nvPr>
            <p:ph idx="6" type="title"/>
          </p:nvPr>
        </p:nvSpPr>
        <p:spPr>
          <a:xfrm>
            <a:off x="2167181" y="2984623"/>
            <a:ext cx="821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78" name="Google Shape;178;p24"/>
          <p:cNvSpPr txBox="1"/>
          <p:nvPr>
            <p:ph idx="7" type="subTitle"/>
          </p:nvPr>
        </p:nvSpPr>
        <p:spPr>
          <a:xfrm>
            <a:off x="2988905" y="3034159"/>
            <a:ext cx="3987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 txBox="1"/>
          <p:nvPr>
            <p:ph idx="8" type="subTitle"/>
          </p:nvPr>
        </p:nvSpPr>
        <p:spPr>
          <a:xfrm>
            <a:off x="2988888" y="3388763"/>
            <a:ext cx="39879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4"/>
          <p:cNvSpPr txBox="1"/>
          <p:nvPr>
            <p:ph idx="9" type="title"/>
          </p:nvPr>
        </p:nvSpPr>
        <p:spPr>
          <a:xfrm>
            <a:off x="2167181" y="3879438"/>
            <a:ext cx="821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81" name="Google Shape;181;p24"/>
          <p:cNvSpPr txBox="1"/>
          <p:nvPr>
            <p:ph idx="13" type="subTitle"/>
          </p:nvPr>
        </p:nvSpPr>
        <p:spPr>
          <a:xfrm>
            <a:off x="2988905" y="3928977"/>
            <a:ext cx="3987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4"/>
          <p:cNvSpPr txBox="1"/>
          <p:nvPr>
            <p:ph idx="14" type="subTitle"/>
          </p:nvPr>
        </p:nvSpPr>
        <p:spPr>
          <a:xfrm>
            <a:off x="2988888" y="4283578"/>
            <a:ext cx="39879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4"/>
          <p:cNvSpPr txBox="1"/>
          <p:nvPr>
            <p:ph idx="15" type="title"/>
          </p:nvPr>
        </p:nvSpPr>
        <p:spPr>
          <a:xfrm>
            <a:off x="4707713" y="2547299"/>
            <a:ext cx="821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3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84" name="Google Shape;184;p24"/>
          <p:cNvSpPr txBox="1"/>
          <p:nvPr>
            <p:ph idx="16" type="title"/>
          </p:nvPr>
        </p:nvSpPr>
        <p:spPr>
          <a:xfrm>
            <a:off x="4707713" y="3559519"/>
            <a:ext cx="821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3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85" name="Google Shape;185;p24"/>
          <p:cNvSpPr txBox="1"/>
          <p:nvPr>
            <p:ph idx="17"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186" name="Google Shape;186;p24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187" name="Google Shape;187;p24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4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24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190" name="Google Shape;190;p24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4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4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4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24"/>
          <p:cNvGrpSpPr/>
          <p:nvPr/>
        </p:nvGrpSpPr>
        <p:grpSpPr>
          <a:xfrm>
            <a:off x="163264" y="4378897"/>
            <a:ext cx="2019176" cy="2019176"/>
            <a:chOff x="1943325" y="-220375"/>
            <a:chExt cx="1298672" cy="1298672"/>
          </a:xfrm>
        </p:grpSpPr>
        <p:sp>
          <p:nvSpPr>
            <p:cNvPr id="195" name="Google Shape;195;p24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4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4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4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4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4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4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4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4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4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4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4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4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4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4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4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4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4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4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4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4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4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4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4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4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4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4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4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4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4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354090" y="2590370"/>
            <a:ext cx="1965289" cy="517060"/>
            <a:chOff x="3539975" y="3523525"/>
            <a:chExt cx="745925" cy="196250"/>
          </a:xfrm>
        </p:grpSpPr>
        <p:sp>
          <p:nvSpPr>
            <p:cNvPr id="244" name="Google Shape;244;p24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4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4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4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4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4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4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4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4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4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4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4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4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5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>
            <p:ph type="title"/>
          </p:nvPr>
        </p:nvSpPr>
        <p:spPr>
          <a:xfrm>
            <a:off x="803348" y="1764416"/>
            <a:ext cx="4635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3" name="Google Shape;263;p25"/>
          <p:cNvSpPr txBox="1"/>
          <p:nvPr>
            <p:ph idx="1" type="subTitle"/>
          </p:nvPr>
        </p:nvSpPr>
        <p:spPr>
          <a:xfrm>
            <a:off x="803350" y="2483809"/>
            <a:ext cx="4635900" cy="1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264" name="Google Shape;264;p25"/>
          <p:cNvGrpSpPr/>
          <p:nvPr/>
        </p:nvGrpSpPr>
        <p:grpSpPr>
          <a:xfrm>
            <a:off x="391864" y="4307270"/>
            <a:ext cx="289170" cy="284718"/>
            <a:chOff x="426000" y="3302025"/>
            <a:chExt cx="220875" cy="217475"/>
          </a:xfrm>
        </p:grpSpPr>
        <p:sp>
          <p:nvSpPr>
            <p:cNvPr id="265" name="Google Shape;265;p25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5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p25"/>
          <p:cNvGrpSpPr/>
          <p:nvPr/>
        </p:nvGrpSpPr>
        <p:grpSpPr>
          <a:xfrm>
            <a:off x="4724908" y="599573"/>
            <a:ext cx="793256" cy="182899"/>
            <a:chOff x="2685575" y="2835950"/>
            <a:chExt cx="433000" cy="99825"/>
          </a:xfrm>
        </p:grpSpPr>
        <p:sp>
          <p:nvSpPr>
            <p:cNvPr id="268" name="Google Shape;268;p25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" name="Google Shape;272;p25"/>
          <p:cNvGrpSpPr/>
          <p:nvPr/>
        </p:nvGrpSpPr>
        <p:grpSpPr>
          <a:xfrm>
            <a:off x="3091076" y="4281547"/>
            <a:ext cx="2019176" cy="2019176"/>
            <a:chOff x="1943325" y="-220375"/>
            <a:chExt cx="1298672" cy="1298672"/>
          </a:xfrm>
        </p:grpSpPr>
        <p:sp>
          <p:nvSpPr>
            <p:cNvPr id="273" name="Google Shape;273;p25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5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5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5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5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5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5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5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5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5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5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5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5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5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5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5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5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5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5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5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" name="Google Shape;321;p25"/>
          <p:cNvGrpSpPr/>
          <p:nvPr/>
        </p:nvGrpSpPr>
        <p:grpSpPr>
          <a:xfrm>
            <a:off x="8513377" y="4281545"/>
            <a:ext cx="1965289" cy="517060"/>
            <a:chOff x="3539975" y="3523525"/>
            <a:chExt cx="745925" cy="196250"/>
          </a:xfrm>
        </p:grpSpPr>
        <p:sp>
          <p:nvSpPr>
            <p:cNvPr id="322" name="Google Shape;322;p25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5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5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5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5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5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8" name="Google Shape;338;p25"/>
          <p:cNvSpPr/>
          <p:nvPr/>
        </p:nvSpPr>
        <p:spPr>
          <a:xfrm>
            <a:off x="1765763" y="533623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Title and text 6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6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6"/>
          <p:cNvSpPr txBox="1"/>
          <p:nvPr>
            <p:ph type="title"/>
          </p:nvPr>
        </p:nvSpPr>
        <p:spPr>
          <a:xfrm>
            <a:off x="1825050" y="1909850"/>
            <a:ext cx="5493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342" name="Google Shape;342;p26"/>
          <p:cNvGrpSpPr/>
          <p:nvPr/>
        </p:nvGrpSpPr>
        <p:grpSpPr>
          <a:xfrm>
            <a:off x="1364665" y="639534"/>
            <a:ext cx="1965289" cy="517060"/>
            <a:chOff x="3539975" y="3523525"/>
            <a:chExt cx="745925" cy="196250"/>
          </a:xfrm>
        </p:grpSpPr>
        <p:sp>
          <p:nvSpPr>
            <p:cNvPr id="343" name="Google Shape;343;p26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59" name="Google Shape;3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201200" y="3499563"/>
            <a:ext cx="7194375" cy="2062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0" name="Google Shape;360;p26"/>
          <p:cNvGrpSpPr/>
          <p:nvPr/>
        </p:nvGrpSpPr>
        <p:grpSpPr>
          <a:xfrm>
            <a:off x="8063763" y="2173397"/>
            <a:ext cx="357454" cy="956304"/>
            <a:chOff x="357713" y="600975"/>
            <a:chExt cx="357454" cy="956304"/>
          </a:xfrm>
        </p:grpSpPr>
        <p:sp>
          <p:nvSpPr>
            <p:cNvPr id="361" name="Google Shape;361;p26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5" name="Google Shape;365;p26"/>
          <p:cNvSpPr/>
          <p:nvPr/>
        </p:nvSpPr>
        <p:spPr>
          <a:xfrm flipH="1">
            <a:off x="4294245" y="620913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6" name="Google Shape;366;p26"/>
          <p:cNvGrpSpPr/>
          <p:nvPr/>
        </p:nvGrpSpPr>
        <p:grpSpPr>
          <a:xfrm rot="-5400000">
            <a:off x="-2779003" y="-1736892"/>
            <a:ext cx="3952129" cy="3175882"/>
            <a:chOff x="5256209" y="-1994879"/>
            <a:chExt cx="3952129" cy="3175882"/>
          </a:xfrm>
        </p:grpSpPr>
        <p:sp>
          <p:nvSpPr>
            <p:cNvPr id="367" name="Google Shape;367;p26"/>
            <p:cNvSpPr/>
            <p:nvPr/>
          </p:nvSpPr>
          <p:spPr>
            <a:xfrm>
              <a:off x="5256209" y="-1994879"/>
              <a:ext cx="3952129" cy="3103920"/>
            </a:xfrm>
            <a:custGeom>
              <a:rect b="b" l="l" r="r" t="t"/>
              <a:pathLst>
                <a:path extrusionOk="0" fill="none" h="70648" w="89954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5579917" y="1036061"/>
              <a:ext cx="144942" cy="144942"/>
            </a:xfrm>
            <a:custGeom>
              <a:rect b="b" l="l" r="r" t="t"/>
              <a:pathLst>
                <a:path extrusionOk="0" h="3299" w="3299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9" name="Google Shape;369;p26"/>
          <p:cNvSpPr txBox="1"/>
          <p:nvPr>
            <p:ph idx="1" type="subTitle"/>
          </p:nvPr>
        </p:nvSpPr>
        <p:spPr>
          <a:xfrm>
            <a:off x="1825050" y="2427700"/>
            <a:ext cx="54939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 only 6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7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7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373" name="Google Shape;373;p27"/>
          <p:cNvGrpSpPr/>
          <p:nvPr/>
        </p:nvGrpSpPr>
        <p:grpSpPr>
          <a:xfrm>
            <a:off x="391864" y="1291684"/>
            <a:ext cx="289170" cy="284718"/>
            <a:chOff x="426000" y="3302025"/>
            <a:chExt cx="220875" cy="217475"/>
          </a:xfrm>
        </p:grpSpPr>
        <p:sp>
          <p:nvSpPr>
            <p:cNvPr id="374" name="Google Shape;374;p27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6" name="Google Shape;376;p27"/>
          <p:cNvGrpSpPr/>
          <p:nvPr/>
        </p:nvGrpSpPr>
        <p:grpSpPr>
          <a:xfrm flipH="1" rot="10800000">
            <a:off x="357713" y="3259593"/>
            <a:ext cx="357454" cy="956304"/>
            <a:chOff x="357713" y="600975"/>
            <a:chExt cx="357454" cy="956304"/>
          </a:xfrm>
        </p:grpSpPr>
        <p:sp>
          <p:nvSpPr>
            <p:cNvPr id="377" name="Google Shape;377;p27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7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1" name="Google Shape;381;p27"/>
          <p:cNvGrpSpPr/>
          <p:nvPr/>
        </p:nvGrpSpPr>
        <p:grpSpPr>
          <a:xfrm flipH="1" rot="10800000">
            <a:off x="5872083" y="4723023"/>
            <a:ext cx="793256" cy="182899"/>
            <a:chOff x="2685575" y="2835950"/>
            <a:chExt cx="433000" cy="99825"/>
          </a:xfrm>
        </p:grpSpPr>
        <p:sp>
          <p:nvSpPr>
            <p:cNvPr id="382" name="Google Shape;382;p27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7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7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7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6" name="Google Shape;386;p27"/>
          <p:cNvGrpSpPr/>
          <p:nvPr/>
        </p:nvGrpSpPr>
        <p:grpSpPr>
          <a:xfrm flipH="1" rot="10800000">
            <a:off x="507239" y="4684974"/>
            <a:ext cx="2019176" cy="2019176"/>
            <a:chOff x="1943325" y="-220375"/>
            <a:chExt cx="1298672" cy="1298672"/>
          </a:xfrm>
        </p:grpSpPr>
        <p:sp>
          <p:nvSpPr>
            <p:cNvPr id="387" name="Google Shape;387;p27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7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7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7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7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7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7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7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7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7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7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7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7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7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7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7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7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7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7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7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7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7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7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7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5" name="Google Shape;435;p27"/>
          <p:cNvGrpSpPr/>
          <p:nvPr/>
        </p:nvGrpSpPr>
        <p:grpSpPr>
          <a:xfrm flipH="1" rot="10800000">
            <a:off x="7907690" y="538242"/>
            <a:ext cx="1965289" cy="517060"/>
            <a:chOff x="3539975" y="3523525"/>
            <a:chExt cx="745925" cy="196250"/>
          </a:xfrm>
        </p:grpSpPr>
        <p:sp>
          <p:nvSpPr>
            <p:cNvPr id="436" name="Google Shape;436;p27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7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7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7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7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7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7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 only 4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28"/>
          <p:cNvPicPr preferRelativeResize="0"/>
          <p:nvPr/>
        </p:nvPicPr>
        <p:blipFill rotWithShape="1">
          <a:blip r:embed="rId2">
            <a:alphaModFix amt="60000"/>
          </a:blip>
          <a:srcRect b="0" l="40" r="30" t="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8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455" name="Google Shape;455;p28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456" name="Google Shape;456;p28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8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8" name="Google Shape;458;p28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459" name="Google Shape;459;p28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8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8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8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3" name="Google Shape;463;p28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464" name="Google Shape;464;p28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8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8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8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8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8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8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8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8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8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8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8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8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8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8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 and two columns 1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29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9"/>
          <p:cNvSpPr txBox="1"/>
          <p:nvPr>
            <p:ph idx="1" type="body"/>
          </p:nvPr>
        </p:nvSpPr>
        <p:spPr>
          <a:xfrm flipH="1">
            <a:off x="4572000" y="1687975"/>
            <a:ext cx="3856500" cy="29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3" name="Google Shape;483;p29"/>
          <p:cNvSpPr txBox="1"/>
          <p:nvPr>
            <p:ph idx="2" type="body"/>
          </p:nvPr>
        </p:nvSpPr>
        <p:spPr>
          <a:xfrm flipH="1">
            <a:off x="715500" y="1687975"/>
            <a:ext cx="3856500" cy="29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4" name="Google Shape;484;p29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grpSp>
        <p:nvGrpSpPr>
          <p:cNvPr id="485" name="Google Shape;485;p29"/>
          <p:cNvGrpSpPr/>
          <p:nvPr/>
        </p:nvGrpSpPr>
        <p:grpSpPr>
          <a:xfrm>
            <a:off x="391864" y="4078670"/>
            <a:ext cx="289170" cy="284718"/>
            <a:chOff x="426000" y="3302025"/>
            <a:chExt cx="220875" cy="217475"/>
          </a:xfrm>
        </p:grpSpPr>
        <p:sp>
          <p:nvSpPr>
            <p:cNvPr id="486" name="Google Shape;486;p29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31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31"/>
          <p:cNvPicPr preferRelativeResize="0"/>
          <p:nvPr/>
        </p:nvPicPr>
        <p:blipFill rotWithShape="1">
          <a:blip r:embed="rId3">
            <a:alphaModFix amt="60000"/>
          </a:blip>
          <a:srcRect b="10" l="0" r="0" t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67701" y="3755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3" name="Google Shape;493;p31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494" name="Google Shape;494;p31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1"/>
            <p:cNvSpPr/>
            <p:nvPr/>
          </p:nvSpPr>
          <p:spPr>
            <a:xfrm>
              <a:off x="432750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6" name="Google Shape;496;p31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497" name="Google Shape;497;p31"/>
            <p:cNvSpPr/>
            <p:nvPr/>
          </p:nvSpPr>
          <p:spPr>
            <a:xfrm>
              <a:off x="357713" y="600975"/>
              <a:ext cx="357454" cy="357454"/>
            </a:xfrm>
            <a:custGeom>
              <a:rect b="b" l="l" r="r" t="t"/>
              <a:pathLst>
                <a:path extrusionOk="0" fill="none" h="6539" w="6539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1"/>
            <p:cNvSpPr/>
            <p:nvPr/>
          </p:nvSpPr>
          <p:spPr>
            <a:xfrm>
              <a:off x="374549" y="819196"/>
              <a:ext cx="324765" cy="324765"/>
            </a:xfrm>
            <a:custGeom>
              <a:rect b="b" l="l" r="r" t="t"/>
              <a:pathLst>
                <a:path extrusionOk="0" fill="none" h="5941" w="5941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1"/>
            <p:cNvSpPr/>
            <p:nvPr/>
          </p:nvSpPr>
          <p:spPr>
            <a:xfrm>
              <a:off x="357713" y="997347"/>
              <a:ext cx="357454" cy="357509"/>
            </a:xfrm>
            <a:custGeom>
              <a:rect b="b" l="l" r="r" t="t"/>
              <a:pathLst>
                <a:path extrusionOk="0" fill="none" h="6540" w="6539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31"/>
            <p:cNvSpPr/>
            <p:nvPr/>
          </p:nvSpPr>
          <p:spPr>
            <a:xfrm>
              <a:off x="358751" y="1200863"/>
              <a:ext cx="356416" cy="356416"/>
            </a:xfrm>
            <a:custGeom>
              <a:rect b="b" l="l" r="r" t="t"/>
              <a:pathLst>
                <a:path extrusionOk="0" fill="none" h="6520" w="652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1" name="Google Shape;501;p31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502" name="Google Shape;502;p31"/>
            <p:cNvSpPr/>
            <p:nvPr/>
          </p:nvSpPr>
          <p:spPr>
            <a:xfrm>
              <a:off x="303225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31"/>
            <p:cNvSpPr/>
            <p:nvPr/>
          </p:nvSpPr>
          <p:spPr>
            <a:xfrm>
              <a:off x="2917000" y="2835950"/>
              <a:ext cx="85850" cy="99825"/>
            </a:xfrm>
            <a:custGeom>
              <a:rect b="b" l="l" r="r" t="t"/>
              <a:pathLst>
                <a:path extrusionOk="0" h="3993" w="3434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31"/>
            <p:cNvSpPr/>
            <p:nvPr/>
          </p:nvSpPr>
          <p:spPr>
            <a:xfrm>
              <a:off x="2801300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31"/>
            <p:cNvSpPr/>
            <p:nvPr/>
          </p:nvSpPr>
          <p:spPr>
            <a:xfrm>
              <a:off x="2685575" y="2835950"/>
              <a:ext cx="86325" cy="99825"/>
            </a:xfrm>
            <a:custGeom>
              <a:rect b="b" l="l" r="r" t="t"/>
              <a:pathLst>
                <a:path extrusionOk="0" h="3993" w="3453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6" name="Google Shape;506;p31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507" name="Google Shape;507;p31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1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1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1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1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1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1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1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1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1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1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31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23" name="Google Shape;52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5_1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32"/>
          <p:cNvPicPr preferRelativeResize="0"/>
          <p:nvPr/>
        </p:nvPicPr>
        <p:blipFill rotWithShape="1">
          <a:blip r:embed="rId2">
            <a:alphaModFix amt="60000"/>
          </a:blip>
          <a:srcRect b="10" l="0" r="0" t="10"/>
          <a:stretch/>
        </p:blipFill>
        <p:spPr>
          <a:xfrm flipH="1"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2"/>
          <p:cNvPicPr preferRelativeResize="0"/>
          <p:nvPr/>
        </p:nvPicPr>
        <p:blipFill rotWithShape="1">
          <a:blip r:embed="rId3">
            <a:alphaModFix/>
          </a:blip>
          <a:srcRect b="0" l="229" r="239" t="0"/>
          <a:stretch/>
        </p:blipFill>
        <p:spPr>
          <a:xfrm flipH="1">
            <a:off x="-9" y="40160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7" name="Google Shape;527;p32"/>
          <p:cNvGrpSpPr/>
          <p:nvPr/>
        </p:nvGrpSpPr>
        <p:grpSpPr>
          <a:xfrm flipH="1">
            <a:off x="8483181" y="4016070"/>
            <a:ext cx="283332" cy="284718"/>
            <a:chOff x="423709" y="3302025"/>
            <a:chExt cx="216416" cy="217475"/>
          </a:xfrm>
        </p:grpSpPr>
        <p:sp>
          <p:nvSpPr>
            <p:cNvPr id="528" name="Google Shape;528;p32"/>
            <p:cNvSpPr/>
            <p:nvPr/>
          </p:nvSpPr>
          <p:spPr>
            <a:xfrm>
              <a:off x="426000" y="3425950"/>
              <a:ext cx="214125" cy="93550"/>
            </a:xfrm>
            <a:custGeom>
              <a:rect b="b" l="l" r="r" t="t"/>
              <a:pathLst>
                <a:path extrusionOk="0" h="3742" w="8565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32"/>
            <p:cNvSpPr/>
            <p:nvPr/>
          </p:nvSpPr>
          <p:spPr>
            <a:xfrm>
              <a:off x="423709" y="3302025"/>
              <a:ext cx="214125" cy="94050"/>
            </a:xfrm>
            <a:custGeom>
              <a:rect b="b" l="l" r="r" t="t"/>
              <a:pathLst>
                <a:path extrusionOk="0" h="3762" w="8565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0" name="Google Shape;530;p32"/>
          <p:cNvGrpSpPr/>
          <p:nvPr/>
        </p:nvGrpSpPr>
        <p:grpSpPr>
          <a:xfrm flipH="1">
            <a:off x="8175513" y="140497"/>
            <a:ext cx="2019176" cy="2019176"/>
            <a:chOff x="1943325" y="-220375"/>
            <a:chExt cx="1298672" cy="1298672"/>
          </a:xfrm>
        </p:grpSpPr>
        <p:sp>
          <p:nvSpPr>
            <p:cNvPr id="531" name="Google Shape;531;p32"/>
            <p:cNvSpPr/>
            <p:nvPr/>
          </p:nvSpPr>
          <p:spPr>
            <a:xfrm>
              <a:off x="2582255" y="-220375"/>
              <a:ext cx="49" cy="460871"/>
            </a:xfrm>
            <a:custGeom>
              <a:rect b="b" l="l" r="r" t="t"/>
              <a:pathLst>
                <a:path extrusionOk="0" fill="none" h="9432" w="1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2"/>
            <p:cNvSpPr/>
            <p:nvPr/>
          </p:nvSpPr>
          <p:spPr>
            <a:xfrm>
              <a:off x="2414509" y="-195895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2"/>
            <p:cNvSpPr/>
            <p:nvPr/>
          </p:nvSpPr>
          <p:spPr>
            <a:xfrm>
              <a:off x="2259027" y="-128024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2"/>
            <p:cNvSpPr/>
            <p:nvPr/>
          </p:nvSpPr>
          <p:spPr>
            <a:xfrm>
              <a:off x="2126121" y="-22481"/>
              <a:ext cx="325180" cy="325180"/>
            </a:xfrm>
            <a:custGeom>
              <a:rect b="b" l="l" r="r" t="t"/>
              <a:pathLst>
                <a:path extrusionOk="0" fill="none" h="6655" w="6655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32"/>
            <p:cNvSpPr/>
            <p:nvPr/>
          </p:nvSpPr>
          <p:spPr>
            <a:xfrm>
              <a:off x="2025317" y="113211"/>
              <a:ext cx="398669" cy="230924"/>
            </a:xfrm>
            <a:custGeom>
              <a:rect b="b" l="l" r="r" t="t"/>
              <a:pathLst>
                <a:path extrusionOk="0" fill="none" h="4726" w="8159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32"/>
            <p:cNvSpPr/>
            <p:nvPr/>
          </p:nvSpPr>
          <p:spPr>
            <a:xfrm>
              <a:off x="1963114" y="270598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2"/>
            <p:cNvSpPr/>
            <p:nvPr/>
          </p:nvSpPr>
          <p:spPr>
            <a:xfrm>
              <a:off x="1943325" y="439273"/>
              <a:ext cx="460871" cy="49"/>
            </a:xfrm>
            <a:custGeom>
              <a:rect b="b" l="l" r="r" t="t"/>
              <a:pathLst>
                <a:path extrusionOk="0" fill="none" h="1" w="9432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32"/>
            <p:cNvSpPr/>
            <p:nvPr/>
          </p:nvSpPr>
          <p:spPr>
            <a:xfrm>
              <a:off x="1967805" y="487354"/>
              <a:ext cx="445821" cy="119713"/>
            </a:xfrm>
            <a:custGeom>
              <a:rect b="b" l="l" r="r" t="t"/>
              <a:pathLst>
                <a:path extrusionOk="0" fill="none" h="2450" w="9124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32"/>
            <p:cNvSpPr/>
            <p:nvPr/>
          </p:nvSpPr>
          <p:spPr>
            <a:xfrm>
              <a:off x="2035676" y="532600"/>
              <a:ext cx="398669" cy="229996"/>
            </a:xfrm>
            <a:custGeom>
              <a:rect b="b" l="l" r="r" t="t"/>
              <a:pathLst>
                <a:path extrusionOk="0" fill="none" h="4707" w="8159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2"/>
            <p:cNvSpPr/>
            <p:nvPr/>
          </p:nvSpPr>
          <p:spPr>
            <a:xfrm>
              <a:off x="2141219" y="569345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2"/>
            <p:cNvSpPr/>
            <p:nvPr/>
          </p:nvSpPr>
          <p:spPr>
            <a:xfrm>
              <a:off x="2277840" y="597588"/>
              <a:ext cx="229996" cy="398718"/>
            </a:xfrm>
            <a:custGeom>
              <a:rect b="b" l="l" r="r" t="t"/>
              <a:pathLst>
                <a:path extrusionOk="0" fill="none" h="8160" w="4707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32"/>
            <p:cNvSpPr/>
            <p:nvPr/>
          </p:nvSpPr>
          <p:spPr>
            <a:xfrm>
              <a:off x="2435227" y="613615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32"/>
            <p:cNvSpPr/>
            <p:nvPr/>
          </p:nvSpPr>
          <p:spPr>
            <a:xfrm>
              <a:off x="2602973" y="617377"/>
              <a:ext cx="49" cy="460920"/>
            </a:xfrm>
            <a:custGeom>
              <a:rect b="b" l="l" r="r" t="t"/>
              <a:pathLst>
                <a:path extrusionOk="0" fill="none" h="9433" w="1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2"/>
            <p:cNvSpPr/>
            <p:nvPr/>
          </p:nvSpPr>
          <p:spPr>
            <a:xfrm>
              <a:off x="2651982" y="607996"/>
              <a:ext cx="118785" cy="444844"/>
            </a:xfrm>
            <a:custGeom>
              <a:rect b="b" l="l" r="r" t="t"/>
              <a:pathLst>
                <a:path extrusionOk="0" fill="none" h="9104" w="2431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2"/>
            <p:cNvSpPr/>
            <p:nvPr/>
          </p:nvSpPr>
          <p:spPr>
            <a:xfrm>
              <a:off x="2696300" y="586301"/>
              <a:ext cx="229996" cy="398669"/>
            </a:xfrm>
            <a:custGeom>
              <a:rect b="b" l="l" r="r" t="t"/>
              <a:pathLst>
                <a:path extrusionOk="0" fill="none" h="8159" w="4707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32"/>
            <p:cNvSpPr/>
            <p:nvPr/>
          </p:nvSpPr>
          <p:spPr>
            <a:xfrm>
              <a:off x="2733974" y="554247"/>
              <a:ext cx="325180" cy="326108"/>
            </a:xfrm>
            <a:custGeom>
              <a:rect b="b" l="l" r="r" t="t"/>
              <a:pathLst>
                <a:path extrusionOk="0" fill="none" h="6674" w="6655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32"/>
            <p:cNvSpPr/>
            <p:nvPr/>
          </p:nvSpPr>
          <p:spPr>
            <a:xfrm>
              <a:off x="2761288" y="513739"/>
              <a:ext cx="398718" cy="229996"/>
            </a:xfrm>
            <a:custGeom>
              <a:rect b="b" l="l" r="r" t="t"/>
              <a:pathLst>
                <a:path extrusionOk="0" fill="none" h="4707" w="816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32"/>
            <p:cNvSpPr/>
            <p:nvPr/>
          </p:nvSpPr>
          <p:spPr>
            <a:xfrm>
              <a:off x="2777315" y="466636"/>
              <a:ext cx="444893" cy="119713"/>
            </a:xfrm>
            <a:custGeom>
              <a:rect b="b" l="l" r="r" t="t"/>
              <a:pathLst>
                <a:path extrusionOk="0" fill="none" h="2450" w="9105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2781077" y="417626"/>
              <a:ext cx="460920" cy="49"/>
            </a:xfrm>
            <a:custGeom>
              <a:rect b="b" l="l" r="r" t="t"/>
              <a:pathLst>
                <a:path extrusionOk="0" fill="none" h="1" w="9433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2"/>
            <p:cNvSpPr/>
            <p:nvPr/>
          </p:nvSpPr>
          <p:spPr>
            <a:xfrm>
              <a:off x="2771696" y="249880"/>
              <a:ext cx="444844" cy="119713"/>
            </a:xfrm>
            <a:custGeom>
              <a:rect b="b" l="l" r="r" t="t"/>
              <a:pathLst>
                <a:path extrusionOk="0" fill="none" h="2450" w="9104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32"/>
            <p:cNvSpPr/>
            <p:nvPr/>
          </p:nvSpPr>
          <p:spPr>
            <a:xfrm>
              <a:off x="2750929" y="94350"/>
              <a:ext cx="398718" cy="230973"/>
            </a:xfrm>
            <a:custGeom>
              <a:rect b="b" l="l" r="r" t="t"/>
              <a:pathLst>
                <a:path extrusionOk="0" fill="none" h="4727" w="816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32"/>
            <p:cNvSpPr/>
            <p:nvPr/>
          </p:nvSpPr>
          <p:spPr>
            <a:xfrm>
              <a:off x="2717947" y="-38508"/>
              <a:ext cx="326108" cy="326108"/>
            </a:xfrm>
            <a:custGeom>
              <a:rect b="b" l="l" r="r" t="t"/>
              <a:pathLst>
                <a:path extrusionOk="0" fill="none" h="6674" w="6674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2"/>
            <p:cNvSpPr/>
            <p:nvPr/>
          </p:nvSpPr>
          <p:spPr>
            <a:xfrm>
              <a:off x="2677439" y="-139361"/>
              <a:ext cx="229996" cy="399646"/>
            </a:xfrm>
            <a:custGeom>
              <a:rect b="b" l="l" r="r" t="t"/>
              <a:pathLst>
                <a:path extrusionOk="0" fill="none" h="8179" w="4707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2"/>
            <p:cNvSpPr/>
            <p:nvPr/>
          </p:nvSpPr>
          <p:spPr>
            <a:xfrm>
              <a:off x="2631264" y="-201563"/>
              <a:ext cx="118785" cy="444893"/>
            </a:xfrm>
            <a:custGeom>
              <a:rect b="b" l="l" r="r" t="t"/>
              <a:pathLst>
                <a:path extrusionOk="0" fill="none" h="9105" w="2431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2"/>
            <p:cNvSpPr/>
            <p:nvPr/>
          </p:nvSpPr>
          <p:spPr>
            <a:xfrm>
              <a:off x="2607712" y="-215684"/>
              <a:ext cx="62251" cy="456180"/>
            </a:xfrm>
            <a:custGeom>
              <a:rect b="b" l="l" r="r" t="t"/>
              <a:pathLst>
                <a:path extrusionOk="0" fill="none" h="9336" w="1274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2"/>
            <p:cNvSpPr/>
            <p:nvPr/>
          </p:nvSpPr>
          <p:spPr>
            <a:xfrm>
              <a:off x="2500263" y="-213779"/>
              <a:ext cx="57511" cy="457109"/>
            </a:xfrm>
            <a:custGeom>
              <a:rect b="b" l="l" r="r" t="t"/>
              <a:pathLst>
                <a:path extrusionOk="0" fill="none" h="9355" w="1177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2"/>
            <p:cNvSpPr/>
            <p:nvPr/>
          </p:nvSpPr>
          <p:spPr>
            <a:xfrm>
              <a:off x="2337208" y="-168580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2"/>
            <p:cNvSpPr/>
            <p:nvPr/>
          </p:nvSpPr>
          <p:spPr>
            <a:xfrm>
              <a:off x="2191157" y="-8184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2"/>
            <p:cNvSpPr/>
            <p:nvPr/>
          </p:nvSpPr>
          <p:spPr>
            <a:xfrm>
              <a:off x="2072420" y="39722"/>
              <a:ext cx="364759" cy="281790"/>
            </a:xfrm>
            <a:custGeom>
              <a:rect b="b" l="l" r="r" t="t"/>
              <a:pathLst>
                <a:path extrusionOk="0" fill="none" h="5767" w="7465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2"/>
            <p:cNvSpPr/>
            <p:nvPr/>
          </p:nvSpPr>
          <p:spPr>
            <a:xfrm>
              <a:off x="1989500" y="187678"/>
              <a:ext cx="425055" cy="178153"/>
            </a:xfrm>
            <a:custGeom>
              <a:rect b="b" l="l" r="r" t="t"/>
              <a:pathLst>
                <a:path extrusionOk="0" fill="none" h="3646" w="8699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2"/>
            <p:cNvSpPr/>
            <p:nvPr/>
          </p:nvSpPr>
          <p:spPr>
            <a:xfrm>
              <a:off x="1948016" y="351662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2"/>
            <p:cNvSpPr/>
            <p:nvPr/>
          </p:nvSpPr>
          <p:spPr>
            <a:xfrm>
              <a:off x="1949921" y="462824"/>
              <a:ext cx="457109" cy="58488"/>
            </a:xfrm>
            <a:custGeom>
              <a:rect b="b" l="l" r="r" t="t"/>
              <a:pathLst>
                <a:path extrusionOk="0" fill="none" h="1197" w="9355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2"/>
            <p:cNvSpPr/>
            <p:nvPr/>
          </p:nvSpPr>
          <p:spPr>
            <a:xfrm>
              <a:off x="1996097" y="509977"/>
              <a:ext cx="425983" cy="174390"/>
            </a:xfrm>
            <a:custGeom>
              <a:rect b="b" l="l" r="r" t="t"/>
              <a:pathLst>
                <a:path extrusionOk="0" fill="none" h="3569" w="8718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2"/>
            <p:cNvSpPr/>
            <p:nvPr/>
          </p:nvSpPr>
          <p:spPr>
            <a:xfrm>
              <a:off x="2081851" y="551413"/>
              <a:ext cx="367593" cy="279005"/>
            </a:xfrm>
            <a:custGeom>
              <a:rect b="b" l="l" r="r" t="t"/>
              <a:pathLst>
                <a:path extrusionOk="0" fill="none" h="5710" w="7523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2"/>
            <p:cNvSpPr/>
            <p:nvPr/>
          </p:nvSpPr>
          <p:spPr>
            <a:xfrm>
              <a:off x="2203422" y="584395"/>
              <a:ext cx="281790" cy="363830"/>
            </a:xfrm>
            <a:custGeom>
              <a:rect b="b" l="l" r="r" t="t"/>
              <a:pathLst>
                <a:path extrusionOk="0" fill="none" h="7446" w="5767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2"/>
            <p:cNvSpPr/>
            <p:nvPr/>
          </p:nvSpPr>
          <p:spPr>
            <a:xfrm>
              <a:off x="2351378" y="607018"/>
              <a:ext cx="178153" cy="424126"/>
            </a:xfrm>
            <a:custGeom>
              <a:rect b="b" l="l" r="r" t="t"/>
              <a:pathLst>
                <a:path extrusionOk="0" fill="none" h="8680" w="3646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2"/>
            <p:cNvSpPr/>
            <p:nvPr/>
          </p:nvSpPr>
          <p:spPr>
            <a:xfrm>
              <a:off x="2515362" y="616449"/>
              <a:ext cx="62251" cy="457109"/>
            </a:xfrm>
            <a:custGeom>
              <a:rect b="b" l="l" r="r" t="t"/>
              <a:pathLst>
                <a:path extrusionOk="0" fill="none" h="9355" w="1274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2"/>
            <p:cNvSpPr/>
            <p:nvPr/>
          </p:nvSpPr>
          <p:spPr>
            <a:xfrm>
              <a:off x="2626524" y="614592"/>
              <a:ext cx="58488" cy="457109"/>
            </a:xfrm>
            <a:custGeom>
              <a:rect b="b" l="l" r="r" t="t"/>
              <a:pathLst>
                <a:path extrusionOk="0" fill="none" h="9355" w="1197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2"/>
            <p:cNvSpPr/>
            <p:nvPr/>
          </p:nvSpPr>
          <p:spPr>
            <a:xfrm>
              <a:off x="2673677" y="598565"/>
              <a:ext cx="174390" cy="426961"/>
            </a:xfrm>
            <a:custGeom>
              <a:rect b="b" l="l" r="r" t="t"/>
              <a:pathLst>
                <a:path extrusionOk="0" fill="none" h="8738" w="3569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32"/>
            <p:cNvSpPr/>
            <p:nvPr/>
          </p:nvSpPr>
          <p:spPr>
            <a:xfrm>
              <a:off x="2715113" y="572179"/>
              <a:ext cx="279005" cy="366615"/>
            </a:xfrm>
            <a:custGeom>
              <a:rect b="b" l="l" r="r" t="t"/>
              <a:pathLst>
                <a:path extrusionOk="0" fill="none" h="7503" w="571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32"/>
            <p:cNvSpPr/>
            <p:nvPr/>
          </p:nvSpPr>
          <p:spPr>
            <a:xfrm>
              <a:off x="2748095" y="535386"/>
              <a:ext cx="364759" cy="281839"/>
            </a:xfrm>
            <a:custGeom>
              <a:rect b="b" l="l" r="r" t="t"/>
              <a:pathLst>
                <a:path extrusionOk="0" fill="none" h="5768" w="7465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2"/>
            <p:cNvSpPr/>
            <p:nvPr/>
          </p:nvSpPr>
          <p:spPr>
            <a:xfrm>
              <a:off x="2770718" y="491116"/>
              <a:ext cx="424126" cy="179081"/>
            </a:xfrm>
            <a:custGeom>
              <a:rect b="b" l="l" r="r" t="t"/>
              <a:pathLst>
                <a:path extrusionOk="0" fill="none" h="3665" w="868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32"/>
            <p:cNvSpPr/>
            <p:nvPr/>
          </p:nvSpPr>
          <p:spPr>
            <a:xfrm>
              <a:off x="2781077" y="443035"/>
              <a:ext cx="456180" cy="62251"/>
            </a:xfrm>
            <a:custGeom>
              <a:rect b="b" l="l" r="r" t="t"/>
              <a:pathLst>
                <a:path extrusionOk="0" fill="none" h="1274" w="9336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32"/>
            <p:cNvSpPr/>
            <p:nvPr/>
          </p:nvSpPr>
          <p:spPr>
            <a:xfrm>
              <a:off x="2778292" y="335635"/>
              <a:ext cx="457109" cy="58440"/>
            </a:xfrm>
            <a:custGeom>
              <a:rect b="b" l="l" r="r" t="t"/>
              <a:pathLst>
                <a:path extrusionOk="0" fill="none" h="1196" w="9355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2763194" y="172579"/>
              <a:ext cx="426032" cy="174390"/>
            </a:xfrm>
            <a:custGeom>
              <a:rect b="b" l="l" r="r" t="t"/>
              <a:pathLst>
                <a:path extrusionOk="0" fill="none" h="3569" w="8719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32"/>
            <p:cNvSpPr/>
            <p:nvPr/>
          </p:nvSpPr>
          <p:spPr>
            <a:xfrm>
              <a:off x="2735879" y="27457"/>
              <a:ext cx="366615" cy="278076"/>
            </a:xfrm>
            <a:custGeom>
              <a:rect b="b" l="l" r="r" t="t"/>
              <a:pathLst>
                <a:path extrusionOk="0" fill="none" h="5691" w="7503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2699135" y="-91280"/>
              <a:ext cx="282767" cy="364759"/>
            </a:xfrm>
            <a:custGeom>
              <a:rect b="b" l="l" r="r" t="t"/>
              <a:pathLst>
                <a:path extrusionOk="0" fill="none" h="7465" w="5787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2"/>
            <p:cNvSpPr/>
            <p:nvPr/>
          </p:nvSpPr>
          <p:spPr>
            <a:xfrm>
              <a:off x="2655744" y="-174200"/>
              <a:ext cx="178153" cy="425055"/>
            </a:xfrm>
            <a:custGeom>
              <a:rect b="b" l="l" r="r" t="t"/>
              <a:pathLst>
                <a:path extrusionOk="0" fill="none" h="8699" w="3646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9" name="Google Shape;579;p32"/>
          <p:cNvGrpSpPr/>
          <p:nvPr/>
        </p:nvGrpSpPr>
        <p:grpSpPr>
          <a:xfrm flipH="1">
            <a:off x="-467701" y="3429220"/>
            <a:ext cx="1965289" cy="517060"/>
            <a:chOff x="3539975" y="3523525"/>
            <a:chExt cx="745925" cy="196250"/>
          </a:xfrm>
        </p:grpSpPr>
        <p:sp>
          <p:nvSpPr>
            <p:cNvPr id="580" name="Google Shape;580;p32"/>
            <p:cNvSpPr/>
            <p:nvPr/>
          </p:nvSpPr>
          <p:spPr>
            <a:xfrm>
              <a:off x="353997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35766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36132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36499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32"/>
            <p:cNvSpPr/>
            <p:nvPr/>
          </p:nvSpPr>
          <p:spPr>
            <a:xfrm>
              <a:off x="36865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37232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37598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37964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383312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3869775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3906425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2"/>
            <p:cNvSpPr/>
            <p:nvPr/>
          </p:nvSpPr>
          <p:spPr>
            <a:xfrm>
              <a:off x="39430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2"/>
            <p:cNvSpPr/>
            <p:nvPr/>
          </p:nvSpPr>
          <p:spPr>
            <a:xfrm>
              <a:off x="397970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2"/>
            <p:cNvSpPr/>
            <p:nvPr/>
          </p:nvSpPr>
          <p:spPr>
            <a:xfrm>
              <a:off x="4016350" y="3523525"/>
              <a:ext cx="196275" cy="196250"/>
            </a:xfrm>
            <a:custGeom>
              <a:rect b="b" l="l" r="r" t="t"/>
              <a:pathLst>
                <a:path extrusionOk="0" fill="none" h="7850" w="7851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32"/>
            <p:cNvSpPr/>
            <p:nvPr/>
          </p:nvSpPr>
          <p:spPr>
            <a:xfrm>
              <a:off x="405300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2"/>
            <p:cNvSpPr/>
            <p:nvPr/>
          </p:nvSpPr>
          <p:spPr>
            <a:xfrm>
              <a:off x="4089650" y="3523525"/>
              <a:ext cx="196250" cy="196250"/>
            </a:xfrm>
            <a:custGeom>
              <a:rect b="b" l="l" r="r" t="t"/>
              <a:pathLst>
                <a:path extrusionOk="0" fill="none" h="7850" w="785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928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96" name="Google Shape;59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-403499" y="-6460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715500" y="538250"/>
            <a:ext cx="77130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b="0" i="0" sz="29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b="0" i="0" sz="29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b="0" i="0" sz="29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b="0" i="0" sz="29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b="0" i="0" sz="29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b="0" i="0" sz="29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b="0" i="0" sz="29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b="0" i="0" sz="29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b="0" i="0" sz="29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715550" y="1152475"/>
            <a:ext cx="7713000" cy="3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 b="0" i="0" sz="1400" u="none" cap="none" strike="noStrik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 b="0" i="0" sz="1400" u="none" cap="none" strike="noStrik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 b="0" i="0" sz="1400" u="none" cap="none" strike="noStrik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 b="0" i="0" sz="1400" u="none" cap="none" strike="noStrik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 b="0" i="0" sz="1400" u="none" cap="none" strike="noStrik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 b="0" i="0" sz="1400" u="none" cap="none" strike="noStrik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 b="0" i="0" sz="1400" u="none" cap="none" strike="noStrik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 b="0" i="0" sz="1400" u="none" cap="none" strike="noStrik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 b="0" i="0" sz="1400" u="none" cap="none" strike="noStrik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>
    <mc:Choice Requires="p14">
      <p:transition spd="med" p14:dur="600">
        <p:fade thruBlk="1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9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28.png"/><Relationship Id="rId7" Type="http://schemas.openxmlformats.org/officeDocument/2006/relationships/image" Target="../media/image24.png"/><Relationship Id="rId8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hyperlink" Target="https://github.com/rawdaraafat/DEPI_HR_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"/>
          <p:cNvSpPr txBox="1"/>
          <p:nvPr>
            <p:ph type="ctrTitle"/>
          </p:nvPr>
        </p:nvSpPr>
        <p:spPr>
          <a:xfrm>
            <a:off x="624112" y="1501861"/>
            <a:ext cx="7895625" cy="16417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SzPts val="5200"/>
              <a:buNone/>
            </a:pPr>
            <a:r>
              <a:rPr lang="en-GB" sz="5800"/>
              <a:t>HR ANALYSIS </a:t>
            </a:r>
            <a:r>
              <a:rPr lang="en-GB" sz="5050">
                <a:solidFill>
                  <a:schemeClr val="dk2"/>
                </a:solidFill>
              </a:rPr>
              <a:t>DASHBOARD PROJECT</a:t>
            </a:r>
            <a:endParaRPr sz="5050">
              <a:solidFill>
                <a:schemeClr val="dk2"/>
              </a:solidFill>
            </a:endParaRPr>
          </a:p>
        </p:txBody>
      </p:sp>
      <p:cxnSp>
        <p:nvCxnSpPr>
          <p:cNvPr id="602" name="Google Shape;602;p1"/>
          <p:cNvCxnSpPr/>
          <p:nvPr/>
        </p:nvCxnSpPr>
        <p:spPr>
          <a:xfrm>
            <a:off x="1863749" y="3162850"/>
            <a:ext cx="5416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03" name="Google Shape;6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4876" y="390317"/>
            <a:ext cx="974096" cy="895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"/>
          <p:cNvSpPr txBox="1"/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/>
              <a:t>Team Members</a:t>
            </a:r>
            <a:endParaRPr/>
          </a:p>
        </p:txBody>
      </p:sp>
      <p:sp>
        <p:nvSpPr>
          <p:cNvPr id="609" name="Google Shape;609;p2"/>
          <p:cNvSpPr/>
          <p:nvPr/>
        </p:nvSpPr>
        <p:spPr>
          <a:xfrm>
            <a:off x="715500" y="1262703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"/>
          <p:cNvSpPr txBox="1"/>
          <p:nvPr/>
        </p:nvSpPr>
        <p:spPr>
          <a:xfrm>
            <a:off x="646298" y="1167783"/>
            <a:ext cx="685641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rPr>
              <a:t>01</a:t>
            </a:r>
            <a:endParaRPr/>
          </a:p>
        </p:txBody>
      </p:sp>
      <p:sp>
        <p:nvSpPr>
          <p:cNvPr id="611" name="Google Shape;611;p2"/>
          <p:cNvSpPr/>
          <p:nvPr/>
        </p:nvSpPr>
        <p:spPr>
          <a:xfrm>
            <a:off x="711364" y="2017456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"/>
          <p:cNvSpPr txBox="1"/>
          <p:nvPr/>
        </p:nvSpPr>
        <p:spPr>
          <a:xfrm>
            <a:off x="553987" y="1943503"/>
            <a:ext cx="870265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rPr>
              <a:t>02</a:t>
            </a:r>
            <a:endParaRPr/>
          </a:p>
        </p:txBody>
      </p:sp>
      <p:sp>
        <p:nvSpPr>
          <p:cNvPr id="613" name="Google Shape;613;p2"/>
          <p:cNvSpPr/>
          <p:nvPr/>
        </p:nvSpPr>
        <p:spPr>
          <a:xfrm>
            <a:off x="711362" y="2801650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"/>
          <p:cNvSpPr/>
          <p:nvPr/>
        </p:nvSpPr>
        <p:spPr>
          <a:xfrm>
            <a:off x="4572000" y="1262703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"/>
          <p:cNvSpPr/>
          <p:nvPr/>
        </p:nvSpPr>
        <p:spPr>
          <a:xfrm>
            <a:off x="4572000" y="2017456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"/>
          <p:cNvSpPr/>
          <p:nvPr/>
        </p:nvSpPr>
        <p:spPr>
          <a:xfrm>
            <a:off x="4571999" y="2804928"/>
            <a:ext cx="555517" cy="554294"/>
          </a:xfrm>
          <a:custGeom>
            <a:rect b="b" l="l" r="r" t="t"/>
            <a:pathLst>
              <a:path extrusionOk="0" h="11337" w="11362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"/>
          <p:cNvSpPr txBox="1"/>
          <p:nvPr/>
        </p:nvSpPr>
        <p:spPr>
          <a:xfrm>
            <a:off x="553985" y="2719223"/>
            <a:ext cx="870265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rPr>
              <a:t>03</a:t>
            </a:r>
            <a:endParaRPr/>
          </a:p>
        </p:txBody>
      </p:sp>
      <p:sp>
        <p:nvSpPr>
          <p:cNvPr id="618" name="Google Shape;618;p2"/>
          <p:cNvSpPr txBox="1"/>
          <p:nvPr/>
        </p:nvSpPr>
        <p:spPr>
          <a:xfrm>
            <a:off x="4414624" y="1208136"/>
            <a:ext cx="870265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rPr>
              <a:t>04</a:t>
            </a:r>
            <a:endParaRPr/>
          </a:p>
        </p:txBody>
      </p:sp>
      <p:sp>
        <p:nvSpPr>
          <p:cNvPr id="619" name="Google Shape;619;p2"/>
          <p:cNvSpPr txBox="1"/>
          <p:nvPr/>
        </p:nvSpPr>
        <p:spPr>
          <a:xfrm>
            <a:off x="4414621" y="1943503"/>
            <a:ext cx="870265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rPr>
              <a:t>05</a:t>
            </a:r>
            <a:endParaRPr/>
          </a:p>
        </p:txBody>
      </p:sp>
      <p:sp>
        <p:nvSpPr>
          <p:cNvPr id="620" name="Google Shape;620;p2"/>
          <p:cNvSpPr txBox="1"/>
          <p:nvPr/>
        </p:nvSpPr>
        <p:spPr>
          <a:xfrm>
            <a:off x="4414622" y="2720558"/>
            <a:ext cx="870265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rPr>
              <a:t>06</a:t>
            </a:r>
            <a:endParaRPr/>
          </a:p>
        </p:txBody>
      </p:sp>
      <p:sp>
        <p:nvSpPr>
          <p:cNvPr id="621" name="Google Shape;621;p2"/>
          <p:cNvSpPr txBox="1"/>
          <p:nvPr/>
        </p:nvSpPr>
        <p:spPr>
          <a:xfrm>
            <a:off x="1331939" y="1374627"/>
            <a:ext cx="2729824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Omar Eissa Ibrahim</a:t>
            </a:r>
            <a:endParaRPr/>
          </a:p>
        </p:txBody>
      </p:sp>
      <p:sp>
        <p:nvSpPr>
          <p:cNvPr id="622" name="Google Shape;622;p2"/>
          <p:cNvSpPr txBox="1"/>
          <p:nvPr/>
        </p:nvSpPr>
        <p:spPr>
          <a:xfrm>
            <a:off x="1331939" y="2069677"/>
            <a:ext cx="301868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Omar Mahmoud Kamel</a:t>
            </a:r>
            <a:endParaRPr/>
          </a:p>
        </p:txBody>
      </p:sp>
      <p:sp>
        <p:nvSpPr>
          <p:cNvPr id="623" name="Google Shape;623;p2"/>
          <p:cNvSpPr txBox="1"/>
          <p:nvPr/>
        </p:nvSpPr>
        <p:spPr>
          <a:xfrm>
            <a:off x="1331939" y="2893284"/>
            <a:ext cx="2729824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Diana Adel</a:t>
            </a:r>
            <a:endParaRPr/>
          </a:p>
        </p:txBody>
      </p:sp>
      <p:sp>
        <p:nvSpPr>
          <p:cNvPr id="624" name="Google Shape;624;p2"/>
          <p:cNvSpPr txBox="1"/>
          <p:nvPr/>
        </p:nvSpPr>
        <p:spPr>
          <a:xfrm>
            <a:off x="5191519" y="1345421"/>
            <a:ext cx="2729824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Rawda Raafat Ramadan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"/>
          <p:cNvSpPr txBox="1"/>
          <p:nvPr/>
        </p:nvSpPr>
        <p:spPr>
          <a:xfrm>
            <a:off x="5191519" y="2126193"/>
            <a:ext cx="3398486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Maryam Ahmed Salah El-Din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"/>
          <p:cNvSpPr txBox="1"/>
          <p:nvPr/>
        </p:nvSpPr>
        <p:spPr>
          <a:xfrm>
            <a:off x="5191519" y="2893284"/>
            <a:ext cx="2729824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Habiba Ragab Mohamed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7" name="Google Shape;6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2739" y="131098"/>
            <a:ext cx="974096" cy="895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"/>
          <p:cNvSpPr txBox="1"/>
          <p:nvPr>
            <p:ph idx="21" type="title"/>
          </p:nvPr>
        </p:nvSpPr>
        <p:spPr>
          <a:xfrm>
            <a:off x="563954" y="604020"/>
            <a:ext cx="771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/>
              <a:t>PROJECT OVERVIEW</a:t>
            </a:r>
            <a:endParaRPr/>
          </a:p>
        </p:txBody>
      </p:sp>
      <p:pic>
        <p:nvPicPr>
          <p:cNvPr id="633" name="Google Shape;6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9524" y="10229"/>
            <a:ext cx="974096" cy="89554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3"/>
          <p:cNvSpPr txBox="1"/>
          <p:nvPr>
            <p:ph idx="1" type="subTitle"/>
          </p:nvPr>
        </p:nvSpPr>
        <p:spPr>
          <a:xfrm>
            <a:off x="544052" y="1306886"/>
            <a:ext cx="7226372" cy="3139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This project 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analyzes Human Resources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D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ata to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U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ncover workforce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patterns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 and generate meaningful insights. It focuses on key areas such as Employee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D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emographics, hiring trends, department distribution, and attrition rates to better understand organizational dynamics.</a:t>
            </a:r>
            <a:endParaRPr b="0" i="0" sz="1800" u="none" cap="none" strike="noStrike">
              <a:solidFill>
                <a:schemeClr val="lt1"/>
              </a:solidFill>
              <a:latin typeface="Aldrich"/>
              <a:ea typeface="Aldrich"/>
              <a:cs typeface="Aldrich"/>
              <a:sym typeface="Aldric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ldrich"/>
              <a:ea typeface="Aldrich"/>
              <a:cs typeface="Aldrich"/>
              <a:sym typeface="Aldric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The analysis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H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elps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I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dentify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F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actors that impact employee retention and workforce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P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lanning. The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F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inal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O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utcome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I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s an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I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nteractive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D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ashboard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T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hat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P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resents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T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hese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I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nsights in a clear and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V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isual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W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ay,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E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nabling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S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takeholders to make more Informed, </a:t>
            </a:r>
            <a:r>
              <a:rPr lang="en-GB" sz="18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D</a:t>
            </a:r>
            <a:r>
              <a:rPr b="0" i="0" lang="en-GB" sz="18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ata-driven HR decisions.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"/>
          <p:cNvSpPr txBox="1"/>
          <p:nvPr>
            <p:ph idx="21" type="title"/>
          </p:nvPr>
        </p:nvSpPr>
        <p:spPr>
          <a:xfrm>
            <a:off x="563954" y="604020"/>
            <a:ext cx="771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/>
              <a:t>DATA SOURCE</a:t>
            </a:r>
            <a:endParaRPr/>
          </a:p>
        </p:txBody>
      </p:sp>
      <p:pic>
        <p:nvPicPr>
          <p:cNvPr id="640" name="Google Shape;6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9524" y="156250"/>
            <a:ext cx="974096" cy="89554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"/>
          <p:cNvSpPr txBox="1"/>
          <p:nvPr>
            <p:ph idx="1" type="subTitle"/>
          </p:nvPr>
        </p:nvSpPr>
        <p:spPr>
          <a:xfrm>
            <a:off x="824334" y="1262470"/>
            <a:ext cx="5789826" cy="28675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Digital Egypt Pioneers Initiative (DIPE)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(Excel, csv)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"/>
          <p:cNvSpPr txBox="1"/>
          <p:nvPr>
            <p:ph idx="21" type="title"/>
          </p:nvPr>
        </p:nvSpPr>
        <p:spPr>
          <a:xfrm>
            <a:off x="563954" y="604020"/>
            <a:ext cx="771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/>
              <a:t>Question To Be Answer</a:t>
            </a:r>
            <a:endParaRPr/>
          </a:p>
        </p:txBody>
      </p:sp>
      <p:pic>
        <p:nvPicPr>
          <p:cNvPr id="647" name="Google Shape;6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9524" y="156250"/>
            <a:ext cx="974096" cy="89554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5"/>
          <p:cNvSpPr txBox="1"/>
          <p:nvPr>
            <p:ph idx="1" type="subTitle"/>
          </p:nvPr>
        </p:nvSpPr>
        <p:spPr>
          <a:xfrm>
            <a:off x="495565" y="959444"/>
            <a:ext cx="7938666" cy="34885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What is the demographic profile of the workforce (Age, Gender, and Department distribution)?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How is the geographic distribution and commute distance impacting the employees?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What are the key drivers of employee attrition (Overtime, Salary ranges, and Departments)?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How are compensation and stock options distributed across different job roles?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"/>
          <p:cNvSpPr txBox="1"/>
          <p:nvPr>
            <p:ph idx="17"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/>
              <a:t>ANALYSIS STEPS</a:t>
            </a:r>
            <a:endParaRPr/>
          </a:p>
        </p:txBody>
      </p:sp>
      <p:pic>
        <p:nvPicPr>
          <p:cNvPr id="654" name="Google Shape;6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388" y="138080"/>
            <a:ext cx="974096" cy="8955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5" name="Google Shape;655;p6"/>
          <p:cNvGrpSpPr/>
          <p:nvPr/>
        </p:nvGrpSpPr>
        <p:grpSpPr>
          <a:xfrm>
            <a:off x="344047" y="1706409"/>
            <a:ext cx="8148389" cy="1805187"/>
            <a:chOff x="476099" y="1708492"/>
            <a:chExt cx="8148389" cy="1805187"/>
          </a:xfrm>
        </p:grpSpPr>
        <p:sp>
          <p:nvSpPr>
            <p:cNvPr id="656" name="Google Shape;656;p6"/>
            <p:cNvSpPr/>
            <p:nvPr/>
          </p:nvSpPr>
          <p:spPr>
            <a:xfrm>
              <a:off x="1699901" y="1711283"/>
              <a:ext cx="1144310" cy="90371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endParaRPr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2846536" y="2609876"/>
              <a:ext cx="1144292" cy="903803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6"/>
            <p:cNvSpPr/>
            <p:nvPr/>
          </p:nvSpPr>
          <p:spPr>
            <a:xfrm>
              <a:off x="3993171" y="1708492"/>
              <a:ext cx="1144292" cy="903803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6"/>
            <p:cNvSpPr/>
            <p:nvPr/>
          </p:nvSpPr>
          <p:spPr>
            <a:xfrm>
              <a:off x="553267" y="2609876"/>
              <a:ext cx="1144292" cy="903803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6"/>
            <p:cNvSpPr txBox="1"/>
            <p:nvPr/>
          </p:nvSpPr>
          <p:spPr>
            <a:xfrm flipH="1">
              <a:off x="3936412" y="2225708"/>
              <a:ext cx="1272170" cy="293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Visual</a:t>
              </a:r>
              <a:r>
                <a:rPr b="1" i="0" lang="en-GB" sz="1000" u="none" cap="none" strike="noStrike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 </a:t>
              </a:r>
              <a:r>
                <a:rPr b="0" i="0" lang="en-GB" sz="1400" u="none" cap="none" strike="noStrike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Sample</a:t>
              </a:r>
              <a:endParaRPr b="0" i="0" sz="1400" u="none" cap="none" strike="noStrik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661" name="Google Shape;661;p6"/>
            <p:cNvSpPr txBox="1"/>
            <p:nvPr/>
          </p:nvSpPr>
          <p:spPr>
            <a:xfrm flipH="1">
              <a:off x="4044137" y="1823201"/>
              <a:ext cx="1056722" cy="22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GB" sz="1300" u="none" cap="none" strike="noStrike">
                  <a:solidFill>
                    <a:schemeClr val="dk2"/>
                  </a:solidFill>
                  <a:latin typeface="Aldrich"/>
                  <a:ea typeface="Aldrich"/>
                  <a:cs typeface="Aldrich"/>
                  <a:sym typeface="Aldrich"/>
                </a:rPr>
                <a:t>04</a:t>
              </a:r>
              <a:endParaRPr/>
            </a:p>
          </p:txBody>
        </p:sp>
        <p:sp>
          <p:nvSpPr>
            <p:cNvPr id="662" name="Google Shape;662;p6"/>
            <p:cNvSpPr txBox="1"/>
            <p:nvPr/>
          </p:nvSpPr>
          <p:spPr>
            <a:xfrm flipH="1">
              <a:off x="2786383" y="3039315"/>
              <a:ext cx="1272170" cy="45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GB" sz="1500" u="none" cap="none" strike="noStrike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DAX</a:t>
              </a:r>
              <a:endParaRPr b="0" i="0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663" name="Google Shape;663;p6"/>
            <p:cNvSpPr txBox="1"/>
            <p:nvPr/>
          </p:nvSpPr>
          <p:spPr>
            <a:xfrm flipH="1">
              <a:off x="2926187" y="2754871"/>
              <a:ext cx="969230" cy="1878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GB" sz="1300" u="none" cap="none" strike="noStrike">
                  <a:solidFill>
                    <a:schemeClr val="dk2"/>
                  </a:solidFill>
                  <a:latin typeface="Aldrich"/>
                  <a:ea typeface="Aldrich"/>
                  <a:cs typeface="Aldrich"/>
                  <a:sym typeface="Aldrich"/>
                </a:rPr>
                <a:t>03</a:t>
              </a:r>
              <a:endParaRPr/>
            </a:p>
          </p:txBody>
        </p:sp>
        <p:sp>
          <p:nvSpPr>
            <p:cNvPr id="664" name="Google Shape;664;p6"/>
            <p:cNvSpPr txBox="1"/>
            <p:nvPr/>
          </p:nvSpPr>
          <p:spPr>
            <a:xfrm flipH="1">
              <a:off x="1667674" y="2118274"/>
              <a:ext cx="1225063" cy="448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GB" sz="1500" u="none" cap="none" strike="noStrike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Data Modelling </a:t>
              </a:r>
              <a:endParaRPr b="0" i="0" sz="15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665" name="Google Shape;665;p6"/>
            <p:cNvSpPr txBox="1"/>
            <p:nvPr/>
          </p:nvSpPr>
          <p:spPr>
            <a:xfrm flipH="1">
              <a:off x="1783793" y="1859812"/>
              <a:ext cx="969292" cy="187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GB" sz="1300" u="none" cap="none" strike="noStrike">
                  <a:solidFill>
                    <a:schemeClr val="dk2"/>
                  </a:solidFill>
                  <a:latin typeface="Aldrich"/>
                  <a:ea typeface="Aldrich"/>
                  <a:cs typeface="Aldrich"/>
                  <a:sym typeface="Aldrich"/>
                </a:rPr>
                <a:t>02</a:t>
              </a:r>
              <a:endParaRPr/>
            </a:p>
          </p:txBody>
        </p:sp>
        <p:sp>
          <p:nvSpPr>
            <p:cNvPr id="666" name="Google Shape;666;p6"/>
            <p:cNvSpPr txBox="1"/>
            <p:nvPr/>
          </p:nvSpPr>
          <p:spPr>
            <a:xfrm flipH="1">
              <a:off x="476099" y="3028674"/>
              <a:ext cx="1298628" cy="456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GB" sz="1500" u="none" cap="none" strike="noStrike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GB" sz="1500" u="none" cap="none" strike="noStrike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 Cleaning </a:t>
              </a:r>
              <a:endParaRPr b="0" i="0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667" name="Google Shape;667;p6"/>
            <p:cNvSpPr txBox="1"/>
            <p:nvPr/>
          </p:nvSpPr>
          <p:spPr>
            <a:xfrm flipH="1">
              <a:off x="640838" y="2754924"/>
              <a:ext cx="969230" cy="1878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GB" sz="1300" u="none" cap="none" strike="noStrike">
                  <a:solidFill>
                    <a:schemeClr val="dk2"/>
                  </a:solidFill>
                  <a:latin typeface="Aldrich"/>
                  <a:ea typeface="Aldrich"/>
                  <a:cs typeface="Aldrich"/>
                  <a:sym typeface="Aldrich"/>
                </a:rPr>
                <a:t>01</a:t>
              </a:r>
              <a:endParaRPr b="1" i="0" sz="1300" u="none" cap="none" strike="noStrik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cxnSp>
          <p:nvCxnSpPr>
            <p:cNvPr id="668" name="Google Shape;668;p6"/>
            <p:cNvCxnSpPr/>
            <p:nvPr/>
          </p:nvCxnSpPr>
          <p:spPr>
            <a:xfrm flipH="1" rot="10800000">
              <a:off x="1695632" y="2614862"/>
              <a:ext cx="572808" cy="452843"/>
            </a:xfrm>
            <a:prstGeom prst="bentConnector3">
              <a:avLst>
                <a:gd fmla="val 122716" name="adj1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69" name="Google Shape;669;p6"/>
            <p:cNvCxnSpPr/>
            <p:nvPr/>
          </p:nvCxnSpPr>
          <p:spPr>
            <a:xfrm flipH="1" rot="-5400000">
              <a:off x="2882787" y="2073981"/>
              <a:ext cx="507801" cy="563988"/>
            </a:xfrm>
            <a:prstGeom prst="bentConnector3">
              <a:avLst>
                <a:gd fmla="val -680" name="adj1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70" name="Google Shape;670;p6"/>
            <p:cNvCxnSpPr/>
            <p:nvPr/>
          </p:nvCxnSpPr>
          <p:spPr>
            <a:xfrm flipH="1" rot="10800000">
              <a:off x="3999691" y="2622368"/>
              <a:ext cx="572808" cy="452843"/>
            </a:xfrm>
            <a:prstGeom prst="bentConnector2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71" name="Google Shape;671;p6"/>
            <p:cNvSpPr/>
            <p:nvPr/>
          </p:nvSpPr>
          <p:spPr>
            <a:xfrm>
              <a:off x="5137463" y="2609876"/>
              <a:ext cx="1144292" cy="903803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6"/>
            <p:cNvSpPr/>
            <p:nvPr/>
          </p:nvSpPr>
          <p:spPr>
            <a:xfrm>
              <a:off x="6274575" y="1716441"/>
              <a:ext cx="1144292" cy="903803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"/>
            <p:cNvSpPr txBox="1"/>
            <p:nvPr/>
          </p:nvSpPr>
          <p:spPr>
            <a:xfrm flipH="1">
              <a:off x="5198092" y="2697435"/>
              <a:ext cx="969230" cy="1878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2"/>
                  </a:solidFill>
                  <a:latin typeface="Aldrich"/>
                  <a:ea typeface="Aldrich"/>
                  <a:cs typeface="Aldrich"/>
                  <a:sym typeface="Aldrich"/>
                </a:rPr>
                <a:t>05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674" name="Google Shape;674;p6"/>
            <p:cNvSpPr txBox="1"/>
            <p:nvPr/>
          </p:nvSpPr>
          <p:spPr>
            <a:xfrm flipH="1">
              <a:off x="6340942" y="1827327"/>
              <a:ext cx="969230" cy="1878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2"/>
                  </a:solidFill>
                  <a:latin typeface="Aldrich"/>
                  <a:ea typeface="Aldrich"/>
                  <a:cs typeface="Aldrich"/>
                  <a:sym typeface="Aldrich"/>
                </a:rPr>
                <a:t>06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675" name="Google Shape;675;p6"/>
            <p:cNvSpPr/>
            <p:nvPr/>
          </p:nvSpPr>
          <p:spPr>
            <a:xfrm flipH="1">
              <a:off x="5085449" y="2988440"/>
              <a:ext cx="1272170" cy="293582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GB" sz="1500" u="none" cap="none" strike="noStrike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Reports</a:t>
              </a:r>
              <a:endParaRPr b="0" i="0" sz="15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76" name="Google Shape;676;p6"/>
            <p:cNvSpPr/>
            <p:nvPr/>
          </p:nvSpPr>
          <p:spPr>
            <a:xfrm flipH="1">
              <a:off x="6248590" y="2096195"/>
              <a:ext cx="1272170" cy="293582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GB" sz="1500" u="none" cap="none" strike="noStrike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Dashboard</a:t>
              </a:r>
              <a:endParaRPr/>
            </a:p>
          </p:txBody>
        </p:sp>
        <p:cxnSp>
          <p:nvCxnSpPr>
            <p:cNvPr id="677" name="Google Shape;677;p6"/>
            <p:cNvCxnSpPr/>
            <p:nvPr/>
          </p:nvCxnSpPr>
          <p:spPr>
            <a:xfrm>
              <a:off x="5135121" y="2168342"/>
              <a:ext cx="574489" cy="441534"/>
            </a:xfrm>
            <a:prstGeom prst="bentConnector2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78" name="Google Shape;678;p6"/>
            <p:cNvCxnSpPr/>
            <p:nvPr/>
          </p:nvCxnSpPr>
          <p:spPr>
            <a:xfrm flipH="1" rot="10800000">
              <a:off x="6273913" y="2637191"/>
              <a:ext cx="572808" cy="452843"/>
            </a:xfrm>
            <a:prstGeom prst="bentConnector2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79" name="Google Shape;679;p6"/>
            <p:cNvSpPr/>
            <p:nvPr/>
          </p:nvSpPr>
          <p:spPr>
            <a:xfrm>
              <a:off x="7396272" y="2570609"/>
              <a:ext cx="1144800" cy="903803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6"/>
            <p:cNvSpPr/>
            <p:nvPr/>
          </p:nvSpPr>
          <p:spPr>
            <a:xfrm flipH="1">
              <a:off x="7352318" y="2892524"/>
              <a:ext cx="1272170" cy="293582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GB" sz="1500" u="none" cap="none" strike="noStrike">
                  <a:solidFill>
                    <a:schemeClr val="lt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Insights</a:t>
              </a:r>
              <a:endParaRPr b="0" i="0" sz="15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81" name="Google Shape;681;p6"/>
            <p:cNvSpPr txBox="1"/>
            <p:nvPr/>
          </p:nvSpPr>
          <p:spPr>
            <a:xfrm flipH="1">
              <a:off x="7498556" y="2697434"/>
              <a:ext cx="969230" cy="1878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chemeClr val="dk2"/>
                  </a:solidFill>
                  <a:latin typeface="Aldrich"/>
                  <a:ea typeface="Aldrich"/>
                  <a:cs typeface="Aldrich"/>
                  <a:sym typeface="Aldrich"/>
                </a:rPr>
                <a:t>07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"/>
                <a:buFont typeface="Arial"/>
                <a:buNone/>
              </a:pPr>
              <a:r>
                <a:t/>
              </a:r>
              <a:endParaRPr b="0" i="0" sz="100" u="none" cap="none" strike="noStrike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cxnSp>
          <p:nvCxnSpPr>
            <p:cNvPr id="682" name="Google Shape;682;p6"/>
            <p:cNvCxnSpPr/>
            <p:nvPr/>
          </p:nvCxnSpPr>
          <p:spPr>
            <a:xfrm>
              <a:off x="7425629" y="2125385"/>
              <a:ext cx="574489" cy="441534"/>
            </a:xfrm>
            <a:prstGeom prst="bentConnector2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7"/>
          <p:cNvSpPr txBox="1"/>
          <p:nvPr>
            <p:ph type="title"/>
          </p:nvPr>
        </p:nvSpPr>
        <p:spPr>
          <a:xfrm>
            <a:off x="635191" y="237881"/>
            <a:ext cx="4635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 sz="3000"/>
              <a:t>Data Cleaning</a:t>
            </a:r>
            <a:endParaRPr sz="3000"/>
          </a:p>
        </p:txBody>
      </p:sp>
      <p:sp>
        <p:nvSpPr>
          <p:cNvPr id="688" name="Google Shape;688;p7"/>
          <p:cNvSpPr txBox="1"/>
          <p:nvPr/>
        </p:nvSpPr>
        <p:spPr>
          <a:xfrm flipH="1">
            <a:off x="-111508" y="23788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01</a:t>
            </a:r>
            <a:endParaRPr b="1" i="0" sz="3000" u="none" cap="none" strike="noStrike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89" name="Google Shape;6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6350" y="1585411"/>
            <a:ext cx="5794055" cy="351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6090" y="16580"/>
            <a:ext cx="974096" cy="895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AI-generated content may be incorrect." id="691" name="Google Shape;69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95" y="842934"/>
            <a:ext cx="3831731" cy="2585472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7"/>
          <p:cNvSpPr/>
          <p:nvPr/>
        </p:nvSpPr>
        <p:spPr>
          <a:xfrm>
            <a:off x="3185160" y="1312889"/>
            <a:ext cx="631222" cy="2047531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7"/>
          <p:cNvSpPr/>
          <p:nvPr/>
        </p:nvSpPr>
        <p:spPr>
          <a:xfrm>
            <a:off x="8102726" y="2418827"/>
            <a:ext cx="995719" cy="2653722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7"/>
          <p:cNvSpPr/>
          <p:nvPr/>
        </p:nvSpPr>
        <p:spPr>
          <a:xfrm>
            <a:off x="8106090" y="2425895"/>
            <a:ext cx="992355" cy="2646654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5" name="Google Shape;695;p7"/>
          <p:cNvCxnSpPr>
            <a:endCxn id="689" idx="0"/>
          </p:cNvCxnSpPr>
          <p:nvPr/>
        </p:nvCxnSpPr>
        <p:spPr>
          <a:xfrm>
            <a:off x="3877278" y="1086511"/>
            <a:ext cx="2336100" cy="498900"/>
          </a:xfrm>
          <a:prstGeom prst="bentConnector2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"/>
          <p:cNvSpPr txBox="1"/>
          <p:nvPr>
            <p:ph type="title"/>
          </p:nvPr>
        </p:nvSpPr>
        <p:spPr>
          <a:xfrm>
            <a:off x="710747" y="107428"/>
            <a:ext cx="4635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 sz="3000"/>
              <a:t>Data Modelling </a:t>
            </a:r>
            <a:endParaRPr sz="3000"/>
          </a:p>
        </p:txBody>
      </p:sp>
      <p:sp>
        <p:nvSpPr>
          <p:cNvPr id="701" name="Google Shape;701;p8"/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02</a:t>
            </a:r>
            <a:endParaRPr b="1" i="0" sz="3000" u="none" cap="none" strike="noStrike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702" name="Google Shape;7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6090" y="16580"/>
            <a:ext cx="974096" cy="8955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3" name="Google Shape;703;p8"/>
          <p:cNvGrpSpPr/>
          <p:nvPr/>
        </p:nvGrpSpPr>
        <p:grpSpPr>
          <a:xfrm>
            <a:off x="600287" y="912120"/>
            <a:ext cx="7943425" cy="3926580"/>
            <a:chOff x="600287" y="912120"/>
            <a:chExt cx="7943425" cy="3926580"/>
          </a:xfrm>
        </p:grpSpPr>
        <p:pic>
          <p:nvPicPr>
            <p:cNvPr id="704" name="Google Shape;704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0287" y="912120"/>
              <a:ext cx="7943425" cy="39265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8"/>
            <p:cNvSpPr/>
            <p:nvPr/>
          </p:nvSpPr>
          <p:spPr>
            <a:xfrm>
              <a:off x="600287" y="912120"/>
              <a:ext cx="7943425" cy="3926580"/>
            </a:xfrm>
            <a:prstGeom prst="rect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9"/>
          <p:cNvSpPr txBox="1"/>
          <p:nvPr>
            <p:ph type="title"/>
          </p:nvPr>
        </p:nvSpPr>
        <p:spPr>
          <a:xfrm>
            <a:off x="748847" y="116301"/>
            <a:ext cx="4635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 sz="3000"/>
              <a:t>Dax </a:t>
            </a:r>
            <a:endParaRPr sz="3000"/>
          </a:p>
        </p:txBody>
      </p:sp>
      <p:sp>
        <p:nvSpPr>
          <p:cNvPr id="711" name="Google Shape;711;p9"/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03</a:t>
            </a:r>
            <a:endParaRPr b="1" i="0" sz="3000" u="none" cap="none" strike="noStrike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712" name="Google Shape;71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6090" y="16580"/>
            <a:ext cx="974096" cy="8955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3" name="Google Shape;713;p9"/>
          <p:cNvGrpSpPr/>
          <p:nvPr/>
        </p:nvGrpSpPr>
        <p:grpSpPr>
          <a:xfrm>
            <a:off x="396570" y="1179447"/>
            <a:ext cx="5275782" cy="242055"/>
            <a:chOff x="401558" y="933258"/>
            <a:chExt cx="5275782" cy="242055"/>
          </a:xfrm>
        </p:grpSpPr>
        <p:pic>
          <p:nvPicPr>
            <p:cNvPr id="714" name="Google Shape;714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1558" y="940253"/>
              <a:ext cx="5275782" cy="2350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5" name="Google Shape;715;p9"/>
            <p:cNvSpPr/>
            <p:nvPr/>
          </p:nvSpPr>
          <p:spPr>
            <a:xfrm>
              <a:off x="401558" y="933258"/>
              <a:ext cx="5274180" cy="227773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6" name="Google Shape;716;p9"/>
          <p:cNvGrpSpPr/>
          <p:nvPr/>
        </p:nvGrpSpPr>
        <p:grpSpPr>
          <a:xfrm>
            <a:off x="396570" y="1638384"/>
            <a:ext cx="5274180" cy="236476"/>
            <a:chOff x="401558" y="1368588"/>
            <a:chExt cx="5274180" cy="236476"/>
          </a:xfrm>
        </p:grpSpPr>
        <p:pic>
          <p:nvPicPr>
            <p:cNvPr id="717" name="Google Shape;717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1558" y="1368588"/>
              <a:ext cx="5274180" cy="2350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9"/>
            <p:cNvSpPr/>
            <p:nvPr/>
          </p:nvSpPr>
          <p:spPr>
            <a:xfrm>
              <a:off x="401558" y="1377291"/>
              <a:ext cx="5274180" cy="227773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9" name="Google Shape;719;p9"/>
          <p:cNvGrpSpPr/>
          <p:nvPr/>
        </p:nvGrpSpPr>
        <p:grpSpPr>
          <a:xfrm>
            <a:off x="396570" y="2091742"/>
            <a:ext cx="5275783" cy="202848"/>
            <a:chOff x="375865" y="2315134"/>
            <a:chExt cx="5275783" cy="202848"/>
          </a:xfrm>
        </p:grpSpPr>
        <p:pic>
          <p:nvPicPr>
            <p:cNvPr id="720" name="Google Shape;720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7648" y="2315135"/>
              <a:ext cx="5274000" cy="2028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1" name="Google Shape;721;p9"/>
            <p:cNvSpPr/>
            <p:nvPr/>
          </p:nvSpPr>
          <p:spPr>
            <a:xfrm>
              <a:off x="375865" y="2315134"/>
              <a:ext cx="5272218" cy="202847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2" name="Google Shape;722;p9"/>
          <p:cNvGrpSpPr/>
          <p:nvPr/>
        </p:nvGrpSpPr>
        <p:grpSpPr>
          <a:xfrm>
            <a:off x="396570" y="3872461"/>
            <a:ext cx="2181623" cy="945199"/>
            <a:chOff x="401558" y="3872461"/>
            <a:chExt cx="2181623" cy="945199"/>
          </a:xfrm>
        </p:grpSpPr>
        <p:pic>
          <p:nvPicPr>
            <p:cNvPr id="723" name="Google Shape;723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04944" y="3872461"/>
              <a:ext cx="2178237" cy="945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4" name="Google Shape;724;p9"/>
            <p:cNvSpPr/>
            <p:nvPr/>
          </p:nvSpPr>
          <p:spPr>
            <a:xfrm>
              <a:off x="401558" y="3872461"/>
              <a:ext cx="2178237" cy="945199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5" name="Google Shape;725;p9"/>
          <p:cNvGrpSpPr/>
          <p:nvPr/>
        </p:nvGrpSpPr>
        <p:grpSpPr>
          <a:xfrm>
            <a:off x="396570" y="2511472"/>
            <a:ext cx="5274000" cy="1144105"/>
            <a:chOff x="398172" y="2495124"/>
            <a:chExt cx="5357670" cy="1144105"/>
          </a:xfrm>
        </p:grpSpPr>
        <p:pic>
          <p:nvPicPr>
            <p:cNvPr id="726" name="Google Shape;726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98172" y="2495124"/>
              <a:ext cx="5357670" cy="11329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7" name="Google Shape;727;p9"/>
            <p:cNvSpPr/>
            <p:nvPr/>
          </p:nvSpPr>
          <p:spPr>
            <a:xfrm>
              <a:off x="401558" y="2506245"/>
              <a:ext cx="5354284" cy="1132984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8" name="Google Shape;728;p9"/>
          <p:cNvGrpSpPr/>
          <p:nvPr/>
        </p:nvGrpSpPr>
        <p:grpSpPr>
          <a:xfrm>
            <a:off x="6565809" y="912120"/>
            <a:ext cx="2004059" cy="4010401"/>
            <a:chOff x="6202681" y="912119"/>
            <a:chExt cx="1636464" cy="4036891"/>
          </a:xfrm>
        </p:grpSpPr>
        <p:pic>
          <p:nvPicPr>
            <p:cNvPr id="729" name="Google Shape;729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225728" y="938967"/>
              <a:ext cx="1613416" cy="40100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0" name="Google Shape;730;p9"/>
            <p:cNvSpPr/>
            <p:nvPr/>
          </p:nvSpPr>
          <p:spPr>
            <a:xfrm>
              <a:off x="6202681" y="912119"/>
              <a:ext cx="1636464" cy="4036891"/>
            </a:xfrm>
            <a:prstGeom prst="rect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0"/>
          <p:cNvSpPr txBox="1"/>
          <p:nvPr>
            <p:ph type="title"/>
          </p:nvPr>
        </p:nvSpPr>
        <p:spPr>
          <a:xfrm>
            <a:off x="710747" y="107428"/>
            <a:ext cx="4635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 sz="3000"/>
              <a:t>Visual</a:t>
            </a:r>
            <a:r>
              <a:rPr b="1" lang="en-GB" sz="32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-GB" sz="3000"/>
              <a:t>Sample</a:t>
            </a:r>
            <a:endParaRPr sz="3000"/>
          </a:p>
        </p:txBody>
      </p:sp>
      <p:sp>
        <p:nvSpPr>
          <p:cNvPr id="736" name="Google Shape;736;p10"/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04</a:t>
            </a:r>
            <a:endParaRPr b="1" i="0" sz="3000" u="none" cap="none" strike="noStrike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737" name="Google Shape;7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6090" y="16580"/>
            <a:ext cx="974096" cy="89554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10"/>
          <p:cNvSpPr txBox="1"/>
          <p:nvPr/>
        </p:nvSpPr>
        <p:spPr>
          <a:xfrm>
            <a:off x="842144" y="941471"/>
            <a:ext cx="1975637" cy="29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882"/>
              <a:buFont typeface="Aldrich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Pie Charts</a:t>
            </a:r>
            <a:endParaRPr b="0" i="0" sz="1600" u="none" cap="none" strike="noStrike">
              <a:solidFill>
                <a:schemeClr val="lt1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739" name="Google Shape;739;p10"/>
          <p:cNvSpPr txBox="1"/>
          <p:nvPr/>
        </p:nvSpPr>
        <p:spPr>
          <a:xfrm>
            <a:off x="842144" y="1158175"/>
            <a:ext cx="4635901" cy="653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i Jamjuree"/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Used to show the percentage of each part of the total data quickly and easily.</a:t>
            </a:r>
            <a:endParaRPr/>
          </a:p>
        </p:txBody>
      </p:sp>
      <p:sp>
        <p:nvSpPr>
          <p:cNvPr id="740" name="Google Shape;740;p10"/>
          <p:cNvSpPr txBox="1"/>
          <p:nvPr/>
        </p:nvSpPr>
        <p:spPr>
          <a:xfrm>
            <a:off x="842144" y="2031517"/>
            <a:ext cx="1661160" cy="326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6129"/>
              <a:buFont typeface="Aldrich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Column Chart</a:t>
            </a:r>
            <a:endParaRPr/>
          </a:p>
        </p:txBody>
      </p:sp>
      <p:sp>
        <p:nvSpPr>
          <p:cNvPr id="741" name="Google Shape;741;p10"/>
          <p:cNvSpPr txBox="1"/>
          <p:nvPr/>
        </p:nvSpPr>
        <p:spPr>
          <a:xfrm>
            <a:off x="809678" y="2380853"/>
            <a:ext cx="476729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Used to compare different values and quantities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clearly and easily.</a:t>
            </a:r>
            <a:endParaRPr/>
          </a:p>
        </p:txBody>
      </p:sp>
      <p:sp>
        <p:nvSpPr>
          <p:cNvPr id="742" name="Google Shape;742;p10"/>
          <p:cNvSpPr txBox="1"/>
          <p:nvPr/>
        </p:nvSpPr>
        <p:spPr>
          <a:xfrm>
            <a:off x="809678" y="3340436"/>
            <a:ext cx="1914419" cy="3883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Area Graph</a:t>
            </a:r>
            <a:endParaRPr b="0" i="0" sz="1600" u="none" cap="none" strike="noStrike">
              <a:solidFill>
                <a:schemeClr val="lt1"/>
              </a:solidFill>
              <a:latin typeface="Aldrich"/>
              <a:ea typeface="Aldrich"/>
              <a:cs typeface="Aldrich"/>
              <a:sym typeface="Aldrich"/>
            </a:endParaRPr>
          </a:p>
        </p:txBody>
      </p:sp>
      <p:sp>
        <p:nvSpPr>
          <p:cNvPr id="743" name="Google Shape;743;p10"/>
          <p:cNvSpPr txBox="1"/>
          <p:nvPr/>
        </p:nvSpPr>
        <p:spPr>
          <a:xfrm>
            <a:off x="809678" y="3818942"/>
            <a:ext cx="49651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Used to show data trends over time while highlighting the total volume of the area.</a:t>
            </a:r>
            <a:endParaRPr/>
          </a:p>
        </p:txBody>
      </p:sp>
      <p:grpSp>
        <p:nvGrpSpPr>
          <p:cNvPr id="744" name="Google Shape;744;p10"/>
          <p:cNvGrpSpPr/>
          <p:nvPr/>
        </p:nvGrpSpPr>
        <p:grpSpPr>
          <a:xfrm>
            <a:off x="6201834" y="1960283"/>
            <a:ext cx="1840957" cy="934111"/>
            <a:chOff x="6066902" y="2031517"/>
            <a:chExt cx="1840957" cy="934111"/>
          </a:xfrm>
        </p:grpSpPr>
        <p:pic>
          <p:nvPicPr>
            <p:cNvPr id="745" name="Google Shape;74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66902" y="2047529"/>
              <a:ext cx="1840957" cy="9020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6" name="Google Shape;746;p10"/>
            <p:cNvSpPr/>
            <p:nvPr/>
          </p:nvSpPr>
          <p:spPr>
            <a:xfrm>
              <a:off x="6066902" y="2031517"/>
              <a:ext cx="1840957" cy="934111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7" name="Google Shape;747;p10"/>
          <p:cNvGrpSpPr/>
          <p:nvPr/>
        </p:nvGrpSpPr>
        <p:grpSpPr>
          <a:xfrm>
            <a:off x="6201834" y="788480"/>
            <a:ext cx="1641888" cy="984561"/>
            <a:chOff x="6138133" y="589777"/>
            <a:chExt cx="1757107" cy="1071384"/>
          </a:xfrm>
        </p:grpSpPr>
        <p:sp>
          <p:nvSpPr>
            <p:cNvPr id="748" name="Google Shape;748;p10"/>
            <p:cNvSpPr/>
            <p:nvPr/>
          </p:nvSpPr>
          <p:spPr>
            <a:xfrm>
              <a:off x="6138133" y="589777"/>
              <a:ext cx="1757107" cy="1071384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49" name="Google Shape;749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154247" y="605976"/>
              <a:ext cx="1724878" cy="105518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0" name="Google Shape;750;p10"/>
          <p:cNvGrpSpPr/>
          <p:nvPr/>
        </p:nvGrpSpPr>
        <p:grpSpPr>
          <a:xfrm>
            <a:off x="6367750" y="3081636"/>
            <a:ext cx="1460913" cy="1816566"/>
            <a:chOff x="6367750" y="3081636"/>
            <a:chExt cx="1460913" cy="1816566"/>
          </a:xfrm>
        </p:grpSpPr>
        <p:pic>
          <p:nvPicPr>
            <p:cNvPr id="751" name="Google Shape;751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367750" y="3081636"/>
              <a:ext cx="1460913" cy="18165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2" name="Google Shape;752;p10"/>
            <p:cNvSpPr/>
            <p:nvPr/>
          </p:nvSpPr>
          <p:spPr>
            <a:xfrm>
              <a:off x="6367750" y="3081637"/>
              <a:ext cx="1460913" cy="1816565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1"/>
          <p:cNvSpPr txBox="1"/>
          <p:nvPr>
            <p:ph type="title"/>
          </p:nvPr>
        </p:nvSpPr>
        <p:spPr>
          <a:xfrm>
            <a:off x="710747" y="107428"/>
            <a:ext cx="4635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 sz="3000"/>
              <a:t>Reports</a:t>
            </a:r>
            <a:endParaRPr sz="3000"/>
          </a:p>
        </p:txBody>
      </p:sp>
      <p:sp>
        <p:nvSpPr>
          <p:cNvPr id="758" name="Google Shape;758;p11"/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05</a:t>
            </a:r>
            <a:endParaRPr b="1" i="0" sz="3000" u="none" cap="none" strike="noStrike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759" name="Google Shape;7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6090" y="16580"/>
            <a:ext cx="974096" cy="8955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0" name="Google Shape;760;p11"/>
          <p:cNvGrpSpPr/>
          <p:nvPr/>
        </p:nvGrpSpPr>
        <p:grpSpPr>
          <a:xfrm>
            <a:off x="1233649" y="739528"/>
            <a:ext cx="6665073" cy="4015945"/>
            <a:chOff x="1233649" y="739528"/>
            <a:chExt cx="6665073" cy="4015945"/>
          </a:xfrm>
        </p:grpSpPr>
        <p:pic>
          <p:nvPicPr>
            <p:cNvPr id="761" name="Google Shape;761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45278" y="739528"/>
              <a:ext cx="6653444" cy="40159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2" name="Google Shape;762;p11"/>
            <p:cNvSpPr/>
            <p:nvPr/>
          </p:nvSpPr>
          <p:spPr>
            <a:xfrm>
              <a:off x="1233649" y="739528"/>
              <a:ext cx="6665073" cy="4015945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2"/>
          <p:cNvSpPr txBox="1"/>
          <p:nvPr>
            <p:ph type="title"/>
          </p:nvPr>
        </p:nvSpPr>
        <p:spPr>
          <a:xfrm>
            <a:off x="710747" y="107428"/>
            <a:ext cx="4635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 sz="3000"/>
              <a:t>Reports</a:t>
            </a:r>
            <a:endParaRPr sz="3000"/>
          </a:p>
        </p:txBody>
      </p:sp>
      <p:sp>
        <p:nvSpPr>
          <p:cNvPr id="768" name="Google Shape;768;p12"/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05</a:t>
            </a:r>
            <a:endParaRPr b="1" i="0" sz="3000" u="none" cap="none" strike="noStrike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769" name="Google Shape;7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6090" y="16580"/>
            <a:ext cx="974096" cy="8955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0" name="Google Shape;770;p12"/>
          <p:cNvGrpSpPr/>
          <p:nvPr/>
        </p:nvGrpSpPr>
        <p:grpSpPr>
          <a:xfrm>
            <a:off x="1224909" y="739528"/>
            <a:ext cx="6694183" cy="4017600"/>
            <a:chOff x="1224909" y="739528"/>
            <a:chExt cx="6694183" cy="4017600"/>
          </a:xfrm>
        </p:grpSpPr>
        <p:pic>
          <p:nvPicPr>
            <p:cNvPr id="771" name="Google Shape;7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24909" y="739528"/>
              <a:ext cx="6694182" cy="4017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2" name="Google Shape;772;p12"/>
            <p:cNvSpPr/>
            <p:nvPr/>
          </p:nvSpPr>
          <p:spPr>
            <a:xfrm>
              <a:off x="1224910" y="739528"/>
              <a:ext cx="6694182" cy="40176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3"/>
          <p:cNvSpPr txBox="1"/>
          <p:nvPr>
            <p:ph type="title"/>
          </p:nvPr>
        </p:nvSpPr>
        <p:spPr>
          <a:xfrm>
            <a:off x="710747" y="107428"/>
            <a:ext cx="4635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 sz="3000"/>
              <a:t>Reports</a:t>
            </a:r>
            <a:endParaRPr sz="3000"/>
          </a:p>
        </p:txBody>
      </p:sp>
      <p:sp>
        <p:nvSpPr>
          <p:cNvPr id="778" name="Google Shape;778;p13"/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05</a:t>
            </a:r>
            <a:endParaRPr b="1" i="0" sz="3000" u="none" cap="none" strike="noStrike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779" name="Google Shape;7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6090" y="16580"/>
            <a:ext cx="974096" cy="8955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0" name="Google Shape;780;p13"/>
          <p:cNvGrpSpPr/>
          <p:nvPr/>
        </p:nvGrpSpPr>
        <p:grpSpPr>
          <a:xfrm>
            <a:off x="1216732" y="739528"/>
            <a:ext cx="6710536" cy="4017600"/>
            <a:chOff x="1216732" y="739528"/>
            <a:chExt cx="6710536" cy="4017600"/>
          </a:xfrm>
        </p:grpSpPr>
        <p:pic>
          <p:nvPicPr>
            <p:cNvPr id="781" name="Google Shape;781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16732" y="739528"/>
              <a:ext cx="6710536" cy="4017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2" name="Google Shape;782;p13"/>
            <p:cNvSpPr/>
            <p:nvPr/>
          </p:nvSpPr>
          <p:spPr>
            <a:xfrm>
              <a:off x="1224910" y="739528"/>
              <a:ext cx="6694182" cy="40176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4"/>
          <p:cNvSpPr txBox="1"/>
          <p:nvPr>
            <p:ph type="title"/>
          </p:nvPr>
        </p:nvSpPr>
        <p:spPr>
          <a:xfrm>
            <a:off x="710747" y="107428"/>
            <a:ext cx="4635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 sz="3000"/>
              <a:t>Reports</a:t>
            </a:r>
            <a:endParaRPr sz="3000"/>
          </a:p>
        </p:txBody>
      </p:sp>
      <p:sp>
        <p:nvSpPr>
          <p:cNvPr id="788" name="Google Shape;788;p14"/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05</a:t>
            </a:r>
            <a:endParaRPr/>
          </a:p>
        </p:txBody>
      </p:sp>
      <p:pic>
        <p:nvPicPr>
          <p:cNvPr id="789" name="Google Shape;7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6090" y="16580"/>
            <a:ext cx="974096" cy="8955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0" name="Google Shape;790;p14"/>
          <p:cNvGrpSpPr/>
          <p:nvPr/>
        </p:nvGrpSpPr>
        <p:grpSpPr>
          <a:xfrm>
            <a:off x="1198526" y="739528"/>
            <a:ext cx="6746947" cy="4017600"/>
            <a:chOff x="1198526" y="739528"/>
            <a:chExt cx="6746947" cy="4017600"/>
          </a:xfrm>
        </p:grpSpPr>
        <p:pic>
          <p:nvPicPr>
            <p:cNvPr id="791" name="Google Shape;791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98526" y="739528"/>
              <a:ext cx="6746947" cy="4017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2" name="Google Shape;792;p14"/>
            <p:cNvSpPr/>
            <p:nvPr/>
          </p:nvSpPr>
          <p:spPr>
            <a:xfrm>
              <a:off x="1224910" y="739528"/>
              <a:ext cx="6694182" cy="40176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5"/>
          <p:cNvSpPr txBox="1"/>
          <p:nvPr>
            <p:ph type="title"/>
          </p:nvPr>
        </p:nvSpPr>
        <p:spPr>
          <a:xfrm>
            <a:off x="710747" y="107428"/>
            <a:ext cx="4635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 sz="3000"/>
              <a:t>Reports</a:t>
            </a:r>
            <a:endParaRPr sz="3000"/>
          </a:p>
        </p:txBody>
      </p:sp>
      <p:sp>
        <p:nvSpPr>
          <p:cNvPr id="798" name="Google Shape;798;p15"/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05</a:t>
            </a:r>
            <a:endParaRPr b="1" i="0" sz="3000" u="none" cap="none" strike="noStrike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799" name="Google Shape;7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6090" y="16580"/>
            <a:ext cx="974096" cy="8955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0" name="Google Shape;800;p15"/>
          <p:cNvGrpSpPr/>
          <p:nvPr/>
        </p:nvGrpSpPr>
        <p:grpSpPr>
          <a:xfrm>
            <a:off x="1201162" y="739528"/>
            <a:ext cx="6741675" cy="4017600"/>
            <a:chOff x="1201162" y="739528"/>
            <a:chExt cx="6741675" cy="4017600"/>
          </a:xfrm>
        </p:grpSpPr>
        <p:pic>
          <p:nvPicPr>
            <p:cNvPr id="801" name="Google Shape;801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01162" y="739528"/>
              <a:ext cx="6741675" cy="4017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2" name="Google Shape;802;p15"/>
            <p:cNvSpPr/>
            <p:nvPr/>
          </p:nvSpPr>
          <p:spPr>
            <a:xfrm>
              <a:off x="1224910" y="739528"/>
              <a:ext cx="6694182" cy="40176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6"/>
          <p:cNvSpPr txBox="1"/>
          <p:nvPr>
            <p:ph type="title"/>
          </p:nvPr>
        </p:nvSpPr>
        <p:spPr>
          <a:xfrm>
            <a:off x="710747" y="107428"/>
            <a:ext cx="4635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 sz="3000"/>
              <a:t>Reports</a:t>
            </a:r>
            <a:endParaRPr sz="3000"/>
          </a:p>
        </p:txBody>
      </p:sp>
      <p:sp>
        <p:nvSpPr>
          <p:cNvPr id="808" name="Google Shape;808;p16"/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05</a:t>
            </a:r>
            <a:endParaRPr b="1" i="0" sz="3000" u="none" cap="none" strike="noStrike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809" name="Google Shape;8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6090" y="16580"/>
            <a:ext cx="974096" cy="8955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0" name="Google Shape;810;p16"/>
          <p:cNvGrpSpPr/>
          <p:nvPr/>
        </p:nvGrpSpPr>
        <p:grpSpPr>
          <a:xfrm>
            <a:off x="1223086" y="739528"/>
            <a:ext cx="6697827" cy="4017600"/>
            <a:chOff x="1223086" y="739528"/>
            <a:chExt cx="6697827" cy="4017600"/>
          </a:xfrm>
        </p:grpSpPr>
        <p:pic>
          <p:nvPicPr>
            <p:cNvPr id="811" name="Google Shape;81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23086" y="739528"/>
              <a:ext cx="6697827" cy="4017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2" name="Google Shape;812;p16"/>
            <p:cNvSpPr/>
            <p:nvPr/>
          </p:nvSpPr>
          <p:spPr>
            <a:xfrm>
              <a:off x="1224910" y="739528"/>
              <a:ext cx="6694182" cy="401760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7"/>
          <p:cNvSpPr txBox="1"/>
          <p:nvPr>
            <p:ph type="title"/>
          </p:nvPr>
        </p:nvSpPr>
        <p:spPr>
          <a:xfrm>
            <a:off x="730740" y="126480"/>
            <a:ext cx="668352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b="1" lang="en-GB"/>
              <a:t>HR Executive Summary Dashboard</a:t>
            </a:r>
            <a:endParaRPr/>
          </a:p>
        </p:txBody>
      </p:sp>
      <p:sp>
        <p:nvSpPr>
          <p:cNvPr id="818" name="Google Shape;818;p17"/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06</a:t>
            </a:r>
            <a:endParaRPr b="1" i="0" sz="3000" u="none" cap="none" strike="noStrike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819" name="Google Shape;819;p17"/>
          <p:cNvGrpSpPr/>
          <p:nvPr/>
        </p:nvGrpSpPr>
        <p:grpSpPr>
          <a:xfrm>
            <a:off x="1083361" y="701040"/>
            <a:ext cx="6818579" cy="4118040"/>
            <a:chOff x="1083361" y="701040"/>
            <a:chExt cx="6818579" cy="4118040"/>
          </a:xfrm>
        </p:grpSpPr>
        <p:pic>
          <p:nvPicPr>
            <p:cNvPr id="820" name="Google Shape;82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3361" y="701040"/>
              <a:ext cx="6818579" cy="41180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17"/>
            <p:cNvSpPr/>
            <p:nvPr/>
          </p:nvSpPr>
          <p:spPr>
            <a:xfrm>
              <a:off x="1083361" y="701040"/>
              <a:ext cx="6818579" cy="4118040"/>
            </a:xfrm>
            <a:prstGeom prst="rect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8"/>
          <p:cNvSpPr txBox="1"/>
          <p:nvPr>
            <p:ph type="title"/>
          </p:nvPr>
        </p:nvSpPr>
        <p:spPr>
          <a:xfrm>
            <a:off x="688898" y="126480"/>
            <a:ext cx="771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/>
              <a:t>Insights </a:t>
            </a:r>
            <a:endParaRPr/>
          </a:p>
        </p:txBody>
      </p:sp>
      <p:grpSp>
        <p:nvGrpSpPr>
          <p:cNvPr id="827" name="Google Shape;827;p18"/>
          <p:cNvGrpSpPr/>
          <p:nvPr/>
        </p:nvGrpSpPr>
        <p:grpSpPr>
          <a:xfrm>
            <a:off x="4376189" y="2740415"/>
            <a:ext cx="338418" cy="338418"/>
            <a:chOff x="5283806" y="4129767"/>
            <a:chExt cx="338418" cy="338418"/>
          </a:xfrm>
        </p:grpSpPr>
        <p:sp>
          <p:nvSpPr>
            <p:cNvPr id="828" name="Google Shape;828;p18"/>
            <p:cNvSpPr/>
            <p:nvPr/>
          </p:nvSpPr>
          <p:spPr>
            <a:xfrm>
              <a:off x="5283806" y="4129767"/>
              <a:ext cx="338418" cy="338418"/>
            </a:xfrm>
            <a:custGeom>
              <a:rect b="b" l="l" r="r" t="t"/>
              <a:pathLst>
                <a:path extrusionOk="0" h="11503" w="11503">
                  <a:moveTo>
                    <a:pt x="7454" y="691"/>
                  </a:moveTo>
                  <a:lnTo>
                    <a:pt x="7454" y="2000"/>
                  </a:lnTo>
                  <a:lnTo>
                    <a:pt x="5406" y="2000"/>
                  </a:lnTo>
                  <a:lnTo>
                    <a:pt x="5406" y="691"/>
                  </a:lnTo>
                  <a:close/>
                  <a:moveTo>
                    <a:pt x="10860" y="5096"/>
                  </a:moveTo>
                  <a:lnTo>
                    <a:pt x="10860" y="6406"/>
                  </a:lnTo>
                  <a:lnTo>
                    <a:pt x="8812" y="6406"/>
                  </a:lnTo>
                  <a:lnTo>
                    <a:pt x="8812" y="5096"/>
                  </a:lnTo>
                  <a:close/>
                  <a:moveTo>
                    <a:pt x="3978" y="4668"/>
                  </a:moveTo>
                  <a:lnTo>
                    <a:pt x="3978" y="6835"/>
                  </a:lnTo>
                  <a:lnTo>
                    <a:pt x="715" y="6835"/>
                  </a:lnTo>
                  <a:lnTo>
                    <a:pt x="715" y="4668"/>
                  </a:lnTo>
                  <a:close/>
                  <a:moveTo>
                    <a:pt x="7454" y="9550"/>
                  </a:moveTo>
                  <a:lnTo>
                    <a:pt x="7454" y="10859"/>
                  </a:lnTo>
                  <a:lnTo>
                    <a:pt x="5406" y="10859"/>
                  </a:lnTo>
                  <a:lnTo>
                    <a:pt x="5406" y="9550"/>
                  </a:lnTo>
                  <a:close/>
                  <a:moveTo>
                    <a:pt x="4716" y="0"/>
                  </a:moveTo>
                  <a:lnTo>
                    <a:pt x="4716" y="2643"/>
                  </a:lnTo>
                  <a:lnTo>
                    <a:pt x="6073" y="2643"/>
                  </a:lnTo>
                  <a:lnTo>
                    <a:pt x="6073" y="3334"/>
                  </a:lnTo>
                  <a:cubicBezTo>
                    <a:pt x="6073" y="3715"/>
                    <a:pt x="5764" y="4025"/>
                    <a:pt x="5383" y="4025"/>
                  </a:cubicBezTo>
                  <a:lnTo>
                    <a:pt x="1" y="4025"/>
                  </a:lnTo>
                  <a:lnTo>
                    <a:pt x="1" y="7525"/>
                  </a:lnTo>
                  <a:lnTo>
                    <a:pt x="5383" y="7525"/>
                  </a:lnTo>
                  <a:cubicBezTo>
                    <a:pt x="5764" y="7525"/>
                    <a:pt x="6073" y="7835"/>
                    <a:pt x="6073" y="8216"/>
                  </a:cubicBezTo>
                  <a:lnTo>
                    <a:pt x="6073" y="8883"/>
                  </a:lnTo>
                  <a:lnTo>
                    <a:pt x="4716" y="8883"/>
                  </a:lnTo>
                  <a:lnTo>
                    <a:pt x="4716" y="11502"/>
                  </a:lnTo>
                  <a:lnTo>
                    <a:pt x="8121" y="11502"/>
                  </a:lnTo>
                  <a:lnTo>
                    <a:pt x="8121" y="8883"/>
                  </a:lnTo>
                  <a:lnTo>
                    <a:pt x="6740" y="8883"/>
                  </a:lnTo>
                  <a:lnTo>
                    <a:pt x="6740" y="8216"/>
                  </a:lnTo>
                  <a:cubicBezTo>
                    <a:pt x="6740" y="7478"/>
                    <a:pt x="6145" y="6882"/>
                    <a:pt x="5406" y="6882"/>
                  </a:cubicBezTo>
                  <a:lnTo>
                    <a:pt x="4621" y="6882"/>
                  </a:lnTo>
                  <a:lnTo>
                    <a:pt x="4621" y="6097"/>
                  </a:lnTo>
                  <a:lnTo>
                    <a:pt x="8121" y="6097"/>
                  </a:lnTo>
                  <a:lnTo>
                    <a:pt x="8121" y="7073"/>
                  </a:lnTo>
                  <a:lnTo>
                    <a:pt x="11503" y="7073"/>
                  </a:lnTo>
                  <a:lnTo>
                    <a:pt x="11503" y="4430"/>
                  </a:lnTo>
                  <a:lnTo>
                    <a:pt x="8121" y="4430"/>
                  </a:lnTo>
                  <a:lnTo>
                    <a:pt x="8121" y="5454"/>
                  </a:lnTo>
                  <a:lnTo>
                    <a:pt x="4621" y="5454"/>
                  </a:lnTo>
                  <a:lnTo>
                    <a:pt x="4621" y="4668"/>
                  </a:lnTo>
                  <a:lnTo>
                    <a:pt x="5406" y="4668"/>
                  </a:lnTo>
                  <a:cubicBezTo>
                    <a:pt x="6145" y="4668"/>
                    <a:pt x="6740" y="4072"/>
                    <a:pt x="6740" y="3334"/>
                  </a:cubicBezTo>
                  <a:lnTo>
                    <a:pt x="6740" y="2643"/>
                  </a:lnTo>
                  <a:lnTo>
                    <a:pt x="8121" y="2643"/>
                  </a:lnTo>
                  <a:lnTo>
                    <a:pt x="81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3F6F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9" name="Google Shape;829;p18"/>
            <p:cNvGrpSpPr/>
            <p:nvPr/>
          </p:nvGrpSpPr>
          <p:grpSpPr>
            <a:xfrm>
              <a:off x="5323051" y="4290192"/>
              <a:ext cx="59576" cy="19653"/>
              <a:chOff x="5323051" y="4290192"/>
              <a:chExt cx="59576" cy="19653"/>
            </a:xfrm>
          </p:grpSpPr>
          <p:sp>
            <p:nvSpPr>
              <p:cNvPr id="830" name="Google Shape;830;p18"/>
              <p:cNvSpPr/>
              <p:nvPr/>
            </p:nvSpPr>
            <p:spPr>
              <a:xfrm>
                <a:off x="5323051" y="4290192"/>
                <a:ext cx="20329" cy="19653"/>
              </a:xfrm>
              <a:custGeom>
                <a:rect b="b" l="l" r="r" t="t"/>
                <a:pathLst>
                  <a:path extrusionOk="0" h="668" w="691">
                    <a:moveTo>
                      <a:pt x="0" y="1"/>
                    </a:moveTo>
                    <a:lnTo>
                      <a:pt x="0" y="667"/>
                    </a:lnTo>
                    <a:lnTo>
                      <a:pt x="691" y="667"/>
                    </a:lnTo>
                    <a:lnTo>
                      <a:pt x="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3F6F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18"/>
              <p:cNvSpPr/>
              <p:nvPr/>
            </p:nvSpPr>
            <p:spPr>
              <a:xfrm>
                <a:off x="5362268" y="4290192"/>
                <a:ext cx="20359" cy="19653"/>
              </a:xfrm>
              <a:custGeom>
                <a:rect b="b" l="l" r="r" t="t"/>
                <a:pathLst>
                  <a:path extrusionOk="0" h="668" w="692">
                    <a:moveTo>
                      <a:pt x="1" y="1"/>
                    </a:moveTo>
                    <a:lnTo>
                      <a:pt x="1" y="667"/>
                    </a:lnTo>
                    <a:lnTo>
                      <a:pt x="691" y="667"/>
                    </a:lnTo>
                    <a:lnTo>
                      <a:pt x="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3F6F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32" name="Google Shape;832;p18"/>
          <p:cNvSpPr txBox="1"/>
          <p:nvPr/>
        </p:nvSpPr>
        <p:spPr>
          <a:xfrm flipH="1">
            <a:off x="-144440" y="116301"/>
            <a:ext cx="1098769" cy="4307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rPr>
              <a:t>07</a:t>
            </a:r>
            <a:endParaRPr b="1" i="0" sz="3000" u="none" cap="none" strike="noStrike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833" name="Google Shape;833;p18"/>
          <p:cNvGraphicFramePr/>
          <p:nvPr/>
        </p:nvGraphicFramePr>
        <p:xfrm>
          <a:off x="749722" y="7947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{E9C944BB-5CFF-4A84-8ED6-C6F2DEA1B54C}</a:tableStyleId>
              </a:tblPr>
              <a:tblGrid>
                <a:gridCol w="2592350"/>
                <a:gridCol w="2592350"/>
                <a:gridCol w="2592350"/>
              </a:tblGrid>
              <a:tr h="23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chemeClr val="lt1"/>
                          </a:solidFill>
                        </a:rPr>
                        <a:t>Insight Area</a:t>
                      </a:r>
                      <a:endParaRPr sz="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chemeClr val="lt1"/>
                          </a:solidFill>
                        </a:rPr>
                        <a:t>Key Finding</a:t>
                      </a:r>
                      <a:endParaRPr sz="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chemeClr val="lt1"/>
                          </a:solidFill>
                        </a:rPr>
                        <a:t>Business Impact / Recommendation</a:t>
                      </a:r>
                      <a:endParaRPr sz="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19250" marB="19250" marR="38500" marL="38500" anchor="ctr"/>
                </a:tc>
              </a:tr>
              <a:tr h="5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Employee Satisfaction</a:t>
                      </a:r>
                      <a:endParaRPr/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Most employees fall within the </a:t>
                      </a:r>
                      <a:r>
                        <a:rPr b="1" lang="en-GB" sz="900" u="none" cap="none" strike="noStrike">
                          <a:solidFill>
                            <a:schemeClr val="lt1"/>
                          </a:solidFill>
                        </a:rPr>
                        <a:t>High</a:t>
                      </a: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 and </a:t>
                      </a:r>
                      <a:r>
                        <a:rPr b="1" lang="en-GB" sz="900" u="none" cap="none" strike="noStrike">
                          <a:solidFill>
                            <a:schemeClr val="lt1"/>
                          </a:solidFill>
                        </a:rPr>
                        <a:t>Very High</a:t>
                      </a: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 satisfaction categories, indicating a generally engaged workforce.</a:t>
                      </a:r>
                      <a:endParaRPr/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Maintain current engagement initiatives while focusing on roles or departments with lower satisfaction levels.</a:t>
                      </a:r>
                      <a:endParaRPr/>
                    </a:p>
                  </a:txBody>
                  <a:tcPr marT="19250" marB="19250" marR="38500" marL="38500" anchor="ctr"/>
                </a:tc>
              </a:tr>
              <a:tr h="5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Work-Life Balance</a:t>
                      </a:r>
                      <a:endParaRPr/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Poor work-life balance is strongly associated with higher attrition, particularly among employees working overtime.</a:t>
                      </a:r>
                      <a:endParaRPr/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Introduce workload balancing, flexible work arrangements, and overtime management policies.</a:t>
                      </a:r>
                      <a:endParaRPr/>
                    </a:p>
                  </a:txBody>
                  <a:tcPr marT="19250" marB="19250" marR="38500" marL="38500" anchor="ctr"/>
                </a:tc>
              </a:tr>
              <a:tr h="44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Training Effectiveness</a:t>
                      </a:r>
                      <a:endParaRPr/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Employees who participate in more training opportunities tend to receive higher manager ratings.</a:t>
                      </a:r>
                      <a:endParaRPr/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Continue investing in learning and development programs to improve performance and employee growth.</a:t>
                      </a:r>
                      <a:endParaRPr/>
                    </a:p>
                  </a:txBody>
                  <a:tcPr marT="19250" marB="19250" marR="38500" marL="38500" anchor="ctr"/>
                </a:tc>
              </a:tr>
              <a:tr h="654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Career Growth</a:t>
                      </a:r>
                      <a:endParaRPr/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Employees with longer periods in the same role or extended time since their last promotion show increased disengagement and turnover risk.</a:t>
                      </a:r>
                      <a:endParaRPr/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Review promotion pathways and create clearer career advancement opportunities.</a:t>
                      </a:r>
                      <a:endParaRPr/>
                    </a:p>
                  </a:txBody>
                  <a:tcPr marT="19250" marB="19250" marR="38500" marL="38500" anchor="ctr"/>
                </a:tc>
              </a:tr>
              <a:tr h="44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Manager Effectiveness</a:t>
                      </a:r>
                      <a:endParaRPr/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Lower manager ratings often coincide with lower relationship satisfaction and higher employee turnover.</a:t>
                      </a:r>
                      <a:endParaRPr/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Prioritize leadership development, coaching, and manager effectiveness programs.</a:t>
                      </a:r>
                      <a:endParaRPr/>
                    </a:p>
                  </a:txBody>
                  <a:tcPr marT="19250" marB="19250" marR="38500" marL="38500" anchor="ctr"/>
                </a:tc>
              </a:tr>
              <a:tr h="54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Compensation Progression</a:t>
                      </a:r>
                      <a:endParaRPr/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Salary growth tends to slow after several years of tenure, potentially creating a "loyalty penalty" for long-serving employees.</a:t>
                      </a:r>
                      <a:endParaRPr/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Conduct periodic salary reviews to ensure experienced employees remain competitively compensated.</a:t>
                      </a:r>
                      <a:endParaRPr/>
                    </a:p>
                  </a:txBody>
                  <a:tcPr marT="19250" marB="19250" marR="38500" marL="38500" anchor="ctr"/>
                </a:tc>
              </a:tr>
              <a:tr h="44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Pay Equity</a:t>
                      </a:r>
                      <a:endParaRPr/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Salary differences between genders within the same department may indicate potential pay equity concerns.</a:t>
                      </a:r>
                      <a:endParaRPr/>
                    </a:p>
                  </a:txBody>
                  <a:tcPr marT="19250" marB="19250" marR="38500" marL="38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 u="none" cap="none" strike="noStrike">
                          <a:solidFill>
                            <a:schemeClr val="lt1"/>
                          </a:solidFill>
                        </a:rPr>
                        <a:t>Perform regular pay equity audits to ensure fair and equitable compensation practices.</a:t>
                      </a:r>
                      <a:endParaRPr/>
                    </a:p>
                  </a:txBody>
                  <a:tcPr marT="19250" marB="19250" marR="38500" marL="385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9"/>
          <p:cNvSpPr txBox="1"/>
          <p:nvPr>
            <p:ph type="title"/>
          </p:nvPr>
        </p:nvSpPr>
        <p:spPr>
          <a:xfrm>
            <a:off x="2093623" y="1578566"/>
            <a:ext cx="4956754" cy="12459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GB" sz="7200"/>
              <a:t>Thank You</a:t>
            </a:r>
            <a:endParaRPr sz="7200"/>
          </a:p>
        </p:txBody>
      </p:sp>
      <p:pic>
        <p:nvPicPr>
          <p:cNvPr descr="Github White Icon SVG Vector &amp; PNG Free Download | UXWing" id="839" name="Google Shape;8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647" y="3872725"/>
            <a:ext cx="683941" cy="683941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19">
            <a:hlinkClick r:id="rId4"/>
          </p:cNvPr>
          <p:cNvSpPr txBox="1"/>
          <p:nvPr/>
        </p:nvSpPr>
        <p:spPr>
          <a:xfrm>
            <a:off x="1476588" y="4072720"/>
            <a:ext cx="2013743" cy="4096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</a:pPr>
            <a:r>
              <a:rPr b="0" i="0" lang="en-GB" sz="2000" u="none" cap="none" strike="noStrik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rPr>
              <a:t>GitHub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Data Science Project Proposal XL by Slidesgo">
  <a:themeElements>
    <a:clrScheme name="Simple Light">
      <a:dk1>
        <a:srgbClr val="0E0E0E"/>
      </a:dk1>
      <a:lt1>
        <a:srgbClr val="FFFFFF"/>
      </a:lt1>
      <a:dk2>
        <a:srgbClr val="72F49A"/>
      </a:dk2>
      <a:lt2>
        <a:srgbClr val="47A5F3"/>
      </a:lt2>
      <a:accent1>
        <a:srgbClr val="F341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